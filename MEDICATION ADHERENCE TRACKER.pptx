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CC1D7F-817D-4691-872F-F6CF1389B5B8}" v="5" dt="2026-09-15T13:14:42.92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pu harshitha" userId="d57a30e504c675e4" providerId="LiveId" clId="{4990BBFA-1FE5-4982-A5F4-3FD7D275D77B}"/>
    <pc:docChg chg="undo custSel modSld">
      <pc:chgData name="adepu harshitha" userId="d57a30e504c675e4" providerId="LiveId" clId="{4990BBFA-1FE5-4982-A5F4-3FD7D275D77B}" dt="2026-09-15T13:15:27.584" v="46" actId="2711"/>
      <pc:docMkLst>
        <pc:docMk/>
      </pc:docMkLst>
      <pc:sldChg chg="modSp mod">
        <pc:chgData name="adepu harshitha" userId="d57a30e504c675e4" providerId="LiveId" clId="{4990BBFA-1FE5-4982-A5F4-3FD7D275D77B}" dt="2026-09-15T13:15:27.584" v="46" actId="2711"/>
        <pc:sldMkLst>
          <pc:docMk/>
          <pc:sldMk cId="0" sldId="258"/>
        </pc:sldMkLst>
        <pc:spChg chg="mod">
          <ac:chgData name="adepu harshitha" userId="d57a30e504c675e4" providerId="LiveId" clId="{4990BBFA-1FE5-4982-A5F4-3FD7D275D77B}" dt="2026-09-15T13:15:27.584" v="46" actId="2711"/>
          <ac:spMkLst>
            <pc:docMk/>
            <pc:sldMk cId="0" sldId="258"/>
            <ac:spMk id="3" creationId="{00000000-0000-0000-0000-000000000000}"/>
          </ac:spMkLst>
        </pc:spChg>
      </pc:sldChg>
      <pc:sldChg chg="modSp mod">
        <pc:chgData name="adepu harshitha" userId="d57a30e504c675e4" providerId="LiveId" clId="{4990BBFA-1FE5-4982-A5F4-3FD7D275D77B}" dt="2026-09-15T13:09:49.197" v="22" actId="14100"/>
        <pc:sldMkLst>
          <pc:docMk/>
          <pc:sldMk cId="0" sldId="262"/>
        </pc:sldMkLst>
        <pc:spChg chg="mod">
          <ac:chgData name="adepu harshitha" userId="d57a30e504c675e4" providerId="LiveId" clId="{4990BBFA-1FE5-4982-A5F4-3FD7D275D77B}" dt="2026-09-15T13:09:49.197" v="22" actId="14100"/>
          <ac:spMkLst>
            <pc:docMk/>
            <pc:sldMk cId="0" sldId="262"/>
            <ac:spMk id="3" creationId="{00000000-0000-0000-0000-000000000000}"/>
          </ac:spMkLst>
        </pc:spChg>
      </pc:sldChg>
      <pc:sldChg chg="addSp delSp modSp mod">
        <pc:chgData name="adepu harshitha" userId="d57a30e504c675e4" providerId="LiveId" clId="{4990BBFA-1FE5-4982-A5F4-3FD7D275D77B}" dt="2026-09-15T13:10:06.105" v="23" actId="20577"/>
        <pc:sldMkLst>
          <pc:docMk/>
          <pc:sldMk cId="0" sldId="265"/>
        </pc:sldMkLst>
        <pc:spChg chg="del mod">
          <ac:chgData name="adepu harshitha" userId="d57a30e504c675e4" providerId="LiveId" clId="{4990BBFA-1FE5-4982-A5F4-3FD7D275D77B}" dt="2026-09-15T13:07:56.932" v="3" actId="21"/>
          <ac:spMkLst>
            <pc:docMk/>
            <pc:sldMk cId="0" sldId="265"/>
            <ac:spMk id="3" creationId="{00000000-0000-0000-0000-000000000000}"/>
          </ac:spMkLst>
        </pc:spChg>
        <pc:spChg chg="add mod">
          <ac:chgData name="adepu harshitha" userId="d57a30e504c675e4" providerId="LiveId" clId="{4990BBFA-1FE5-4982-A5F4-3FD7D275D77B}" dt="2026-09-15T13:10:06.105" v="23" actId="20577"/>
          <ac:spMkLst>
            <pc:docMk/>
            <pc:sldMk cId="0" sldId="265"/>
            <ac:spMk id="4" creationId="{4E0EB375-CC63-2289-DF71-E3CCCDA3E3B6}"/>
          </ac:spMkLst>
        </pc:spChg>
        <pc:spChg chg="add del mod">
          <ac:chgData name="adepu harshitha" userId="d57a30e504c675e4" providerId="LiveId" clId="{4990BBFA-1FE5-4982-A5F4-3FD7D275D77B}" dt="2026-09-15T13:09:00.525" v="17"/>
          <ac:spMkLst>
            <pc:docMk/>
            <pc:sldMk cId="0" sldId="265"/>
            <ac:spMk id="6" creationId="{F1A6FFD8-B9D6-5FAC-84AE-1E0D171F5D87}"/>
          </ac:spMkLst>
        </pc:spChg>
        <pc:spChg chg="add del">
          <ac:chgData name="adepu harshitha" userId="d57a30e504c675e4" providerId="LiveId" clId="{4990BBFA-1FE5-4982-A5F4-3FD7D275D77B}" dt="2026-09-15T13:08:24.530" v="12" actId="22"/>
          <ac:spMkLst>
            <pc:docMk/>
            <pc:sldMk cId="0" sldId="265"/>
            <ac:spMk id="8" creationId="{8D4ECEBD-0984-3AEF-D138-D5876C803C03}"/>
          </ac:spMkLst>
        </pc:spChg>
      </pc:sldChg>
      <pc:sldChg chg="modSp mod">
        <pc:chgData name="adepu harshitha" userId="d57a30e504c675e4" providerId="LiveId" clId="{4990BBFA-1FE5-4982-A5F4-3FD7D275D77B}" dt="2026-09-15T13:10:49.480" v="28" actId="14100"/>
        <pc:sldMkLst>
          <pc:docMk/>
          <pc:sldMk cId="0" sldId="266"/>
        </pc:sldMkLst>
        <pc:spChg chg="mod">
          <ac:chgData name="adepu harshitha" userId="d57a30e504c675e4" providerId="LiveId" clId="{4990BBFA-1FE5-4982-A5F4-3FD7D275D77B}" dt="2026-09-15T13:10:49.480" v="28" actId="14100"/>
          <ac:spMkLst>
            <pc:docMk/>
            <pc:sldMk cId="0" sldId="266"/>
            <ac:spMk id="2" creationId="{00000000-0000-0000-0000-000000000000}"/>
          </ac:spMkLst>
        </pc:spChg>
        <pc:spChg chg="mod">
          <ac:chgData name="adepu harshitha" userId="d57a30e504c675e4" providerId="LiveId" clId="{4990BBFA-1FE5-4982-A5F4-3FD7D275D77B}" dt="2026-09-15T13:10:45.797" v="27" actId="14100"/>
          <ac:spMkLst>
            <pc:docMk/>
            <pc:sldMk cId="0" sldId="266"/>
            <ac:spMk id="3" creationId="{00000000-0000-0000-0000-000000000000}"/>
          </ac:spMkLst>
        </pc:spChg>
      </pc:sldChg>
      <pc:sldChg chg="modSp mod">
        <pc:chgData name="adepu harshitha" userId="d57a30e504c675e4" providerId="LiveId" clId="{4990BBFA-1FE5-4982-A5F4-3FD7D275D77B}" dt="2026-09-15T13:12:28.200" v="36" actId="255"/>
        <pc:sldMkLst>
          <pc:docMk/>
          <pc:sldMk cId="0" sldId="267"/>
        </pc:sldMkLst>
        <pc:spChg chg="mod">
          <ac:chgData name="adepu harshitha" userId="d57a30e504c675e4" providerId="LiveId" clId="{4990BBFA-1FE5-4982-A5F4-3FD7D275D77B}" dt="2026-09-15T13:12:28.200" v="36" actId="255"/>
          <ac:spMkLst>
            <pc:docMk/>
            <pc:sldMk cId="0" sldId="267"/>
            <ac:spMk id="2" creationId="{00000000-0000-0000-0000-000000000000}"/>
          </ac:spMkLst>
        </pc:spChg>
        <pc:spChg chg="mod">
          <ac:chgData name="adepu harshitha" userId="d57a30e504c675e4" providerId="LiveId" clId="{4990BBFA-1FE5-4982-A5F4-3FD7D275D77B}" dt="2026-09-15T13:10:59.332" v="29" actId="1076"/>
          <ac:spMkLst>
            <pc:docMk/>
            <pc:sldMk cId="0" sldId="267"/>
            <ac:spMk id="3" creationId="{00000000-0000-0000-0000-000000000000}"/>
          </ac:spMkLst>
        </pc:spChg>
      </pc:sldChg>
      <pc:sldChg chg="modSp mod">
        <pc:chgData name="adepu harshitha" userId="d57a30e504c675e4" providerId="LiveId" clId="{4990BBFA-1FE5-4982-A5F4-3FD7D275D77B}" dt="2026-09-15T13:13:09.298" v="42" actId="20577"/>
        <pc:sldMkLst>
          <pc:docMk/>
          <pc:sldMk cId="0" sldId="268"/>
        </pc:sldMkLst>
        <pc:spChg chg="mod">
          <ac:chgData name="adepu harshitha" userId="d57a30e504c675e4" providerId="LiveId" clId="{4990BBFA-1FE5-4982-A5F4-3FD7D275D77B}" dt="2026-09-15T13:12:42.529" v="38" actId="207"/>
          <ac:spMkLst>
            <pc:docMk/>
            <pc:sldMk cId="0" sldId="268"/>
            <ac:spMk id="2" creationId="{00000000-0000-0000-0000-000000000000}"/>
          </ac:spMkLst>
        </pc:spChg>
        <pc:spChg chg="mod">
          <ac:chgData name="adepu harshitha" userId="d57a30e504c675e4" providerId="LiveId" clId="{4990BBFA-1FE5-4982-A5F4-3FD7D275D77B}" dt="2026-09-15T13:13:09.298" v="42" actId="20577"/>
          <ac:spMkLst>
            <pc:docMk/>
            <pc:sldMk cId="0" sldId="26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A18D4B4-516C-4EA5-AD9E-4A35E223BE80}" type="datetimeFigureOut">
              <a:rPr lang="en-IN" smtClean="0"/>
              <a:t>15-09-2026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7BEB9A1-C247-40EF-B821-DBB95569724A}" type="slidenum">
              <a:rPr lang="en-IN" smtClean="0"/>
              <a:t>‹#›</a:t>
            </a:fld>
            <a:endParaRPr lang="en-IN"/>
          </a:p>
        </p:txBody>
      </p:sp>
    </p:spTree>
    <p:extLst>
      <p:ext uri="{BB962C8B-B14F-4D97-AF65-F5344CB8AC3E}">
        <p14:creationId xmlns:p14="http://schemas.microsoft.com/office/powerpoint/2010/main" val="4172374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BEB9A1-C247-40EF-B821-DBB95569724A}" type="slidenum">
              <a:rPr lang="en-IN" smtClean="0"/>
              <a:t>7</a:t>
            </a:fld>
            <a:endParaRPr lang="en-IN"/>
          </a:p>
        </p:txBody>
      </p:sp>
    </p:spTree>
    <p:extLst>
      <p:ext uri="{BB962C8B-B14F-4D97-AF65-F5344CB8AC3E}">
        <p14:creationId xmlns:p14="http://schemas.microsoft.com/office/powerpoint/2010/main" val="4531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404040"/>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1">
                <a:solidFill>
                  <a:srgbClr val="40404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40404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600" b="0" i="1">
                <a:solidFill>
                  <a:srgbClr val="40404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404040"/>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404040"/>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46531" y="457198"/>
            <a:ext cx="3703320" cy="95250"/>
          </a:xfrm>
          <a:custGeom>
            <a:avLst/>
            <a:gdLst/>
            <a:ahLst/>
            <a:cxnLst/>
            <a:rect l="l" t="t" r="r" b="b"/>
            <a:pathLst>
              <a:path w="3703320" h="95250">
                <a:moveTo>
                  <a:pt x="3703320" y="0"/>
                </a:moveTo>
                <a:lnTo>
                  <a:pt x="0" y="0"/>
                </a:lnTo>
                <a:lnTo>
                  <a:pt x="0" y="94997"/>
                </a:lnTo>
                <a:lnTo>
                  <a:pt x="3703320" y="94997"/>
                </a:lnTo>
                <a:lnTo>
                  <a:pt x="3703320" y="0"/>
                </a:lnTo>
                <a:close/>
              </a:path>
            </a:pathLst>
          </a:custGeom>
          <a:solidFill>
            <a:srgbClr val="465258"/>
          </a:solidFill>
        </p:spPr>
        <p:txBody>
          <a:bodyPr wrap="square" lIns="0" tIns="0" rIns="0" bIns="0" rtlCol="0"/>
          <a:lstStyle/>
          <a:p>
            <a:endParaRPr/>
          </a:p>
        </p:txBody>
      </p:sp>
      <p:sp>
        <p:nvSpPr>
          <p:cNvPr id="17" name="bg object 17"/>
          <p:cNvSpPr/>
          <p:nvPr/>
        </p:nvSpPr>
        <p:spPr>
          <a:xfrm>
            <a:off x="8042147" y="453641"/>
            <a:ext cx="3703320" cy="99060"/>
          </a:xfrm>
          <a:custGeom>
            <a:avLst/>
            <a:gdLst/>
            <a:ahLst/>
            <a:cxnLst/>
            <a:rect l="l" t="t" r="r" b="b"/>
            <a:pathLst>
              <a:path w="3703320" h="99059">
                <a:moveTo>
                  <a:pt x="3703320" y="0"/>
                </a:moveTo>
                <a:lnTo>
                  <a:pt x="0" y="0"/>
                </a:lnTo>
                <a:lnTo>
                  <a:pt x="0" y="98554"/>
                </a:lnTo>
                <a:lnTo>
                  <a:pt x="3703320" y="98554"/>
                </a:lnTo>
                <a:lnTo>
                  <a:pt x="3703320" y="0"/>
                </a:lnTo>
                <a:close/>
              </a:path>
            </a:pathLst>
          </a:custGeom>
          <a:solidFill>
            <a:srgbClr val="959FA7"/>
          </a:solidFill>
        </p:spPr>
        <p:txBody>
          <a:bodyPr wrap="square" lIns="0" tIns="0" rIns="0" bIns="0" rtlCol="0"/>
          <a:lstStyle/>
          <a:p>
            <a:endParaRPr/>
          </a:p>
        </p:txBody>
      </p:sp>
      <p:sp>
        <p:nvSpPr>
          <p:cNvPr id="18" name="bg object 18"/>
          <p:cNvSpPr/>
          <p:nvPr/>
        </p:nvSpPr>
        <p:spPr>
          <a:xfrm>
            <a:off x="4241800" y="457200"/>
            <a:ext cx="3703320" cy="91440"/>
          </a:xfrm>
          <a:custGeom>
            <a:avLst/>
            <a:gdLst/>
            <a:ahLst/>
            <a:cxnLst/>
            <a:rect l="l" t="t" r="r" b="b"/>
            <a:pathLst>
              <a:path w="3703320" h="91440">
                <a:moveTo>
                  <a:pt x="3703320" y="0"/>
                </a:moveTo>
                <a:lnTo>
                  <a:pt x="0" y="0"/>
                </a:lnTo>
                <a:lnTo>
                  <a:pt x="0" y="91439"/>
                </a:lnTo>
                <a:lnTo>
                  <a:pt x="3703320" y="91439"/>
                </a:lnTo>
                <a:lnTo>
                  <a:pt x="3703320" y="0"/>
                </a:lnTo>
                <a:close/>
              </a:path>
            </a:pathLst>
          </a:custGeom>
          <a:solidFill>
            <a:srgbClr val="1CACE3"/>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0507874" y="6447154"/>
            <a:ext cx="1093769" cy="337393"/>
          </a:xfrm>
          <a:prstGeom prst="rect">
            <a:avLst/>
          </a:prstGeom>
        </p:spPr>
      </p:pic>
      <p:sp>
        <p:nvSpPr>
          <p:cNvPr id="2" name="Holder 2"/>
          <p:cNvSpPr>
            <a:spLocks noGrp="1"/>
          </p:cNvSpPr>
          <p:nvPr>
            <p:ph type="title"/>
          </p:nvPr>
        </p:nvSpPr>
        <p:spPr>
          <a:xfrm>
            <a:off x="659993" y="550621"/>
            <a:ext cx="7272655" cy="635000"/>
          </a:xfrm>
          <a:prstGeom prst="rect">
            <a:avLst/>
          </a:prstGeom>
        </p:spPr>
        <p:txBody>
          <a:bodyPr wrap="square" lIns="0" tIns="0" rIns="0" bIns="0">
            <a:spAutoFit/>
          </a:bodyPr>
          <a:lstStyle>
            <a:lvl1pPr>
              <a:defRPr sz="2800" b="1" i="0">
                <a:solidFill>
                  <a:srgbClr val="404040"/>
                </a:solidFill>
                <a:latin typeface="Trebuchet MS"/>
                <a:cs typeface="Trebuchet MS"/>
              </a:defRPr>
            </a:lvl1pPr>
          </a:lstStyle>
          <a:p>
            <a:endParaRPr/>
          </a:p>
        </p:txBody>
      </p:sp>
      <p:sp>
        <p:nvSpPr>
          <p:cNvPr id="3" name="Holder 3"/>
          <p:cNvSpPr>
            <a:spLocks noGrp="1"/>
          </p:cNvSpPr>
          <p:nvPr>
            <p:ph type="body" idx="1"/>
          </p:nvPr>
        </p:nvSpPr>
        <p:spPr>
          <a:xfrm>
            <a:off x="659993" y="2050237"/>
            <a:ext cx="9076690" cy="2628900"/>
          </a:xfrm>
          <a:prstGeom prst="rect">
            <a:avLst/>
          </a:prstGeom>
        </p:spPr>
        <p:txBody>
          <a:bodyPr wrap="square" lIns="0" tIns="0" rIns="0" bIns="0">
            <a:spAutoFit/>
          </a:bodyPr>
          <a:lstStyle>
            <a:lvl1pPr>
              <a:defRPr sz="1600" b="0" i="1">
                <a:solidFill>
                  <a:srgbClr val="404040"/>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9/15/2026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5.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cs.python.org/3/library/index.html?utm_source=chatgpt.com" TargetMode="External"/><Relationship Id="rId2" Type="http://schemas.openxmlformats.org/officeDocument/2006/relationships/hyperlink" Target="https://github.com/?utm_source=chatgpt.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icte-batch1-resume-builder-fuurng7gntvmkafiuf6own.streamlit.app/" TargetMode="External"/><Relationship Id="rId2" Type="http://schemas.openxmlformats.org/officeDocument/2006/relationships/hyperlink" Target="mailto:adepuharshitha56@gmail.com" TargetMode="External"/><Relationship Id="rId1" Type="http://schemas.openxmlformats.org/officeDocument/2006/relationships/slideLayout" Target="../slideLayouts/slideLayout2.xml"/><Relationship Id="rId4" Type="http://schemas.openxmlformats.org/officeDocument/2006/relationships/hyperlink" Target="https://medication-adherence-tracker-pteeho9tbrizgqrwlnm55t.streamlit.ap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90698" y="2179065"/>
            <a:ext cx="7280275" cy="574040"/>
          </a:xfrm>
          <a:prstGeom prst="rect">
            <a:avLst/>
          </a:prstGeom>
        </p:spPr>
        <p:txBody>
          <a:bodyPr vert="horz" wrap="square" lIns="0" tIns="12700" rIns="0" bIns="0" rtlCol="0">
            <a:spAutoFit/>
          </a:bodyPr>
          <a:lstStyle/>
          <a:p>
            <a:pPr marL="12700">
              <a:lnSpc>
                <a:spcPct val="100000"/>
              </a:lnSpc>
              <a:spcBef>
                <a:spcPts val="100"/>
              </a:spcBef>
            </a:pPr>
            <a:r>
              <a:rPr sz="3600" b="1" spc="-55" dirty="0">
                <a:solidFill>
                  <a:srgbClr val="404040"/>
                </a:solidFill>
                <a:latin typeface="Trebuchet MS"/>
                <a:cs typeface="Trebuchet MS"/>
              </a:rPr>
              <a:t>MEDICATION</a:t>
            </a:r>
            <a:r>
              <a:rPr sz="3600" b="1" spc="-204" dirty="0">
                <a:solidFill>
                  <a:srgbClr val="404040"/>
                </a:solidFill>
                <a:latin typeface="Trebuchet MS"/>
                <a:cs typeface="Trebuchet MS"/>
              </a:rPr>
              <a:t> </a:t>
            </a:r>
            <a:r>
              <a:rPr sz="3600" b="1" spc="-20" dirty="0">
                <a:solidFill>
                  <a:srgbClr val="404040"/>
                </a:solidFill>
                <a:latin typeface="Trebuchet MS"/>
                <a:cs typeface="Trebuchet MS"/>
              </a:rPr>
              <a:t>ADHERENCE</a:t>
            </a:r>
            <a:r>
              <a:rPr sz="3600" b="1" spc="-200" dirty="0">
                <a:solidFill>
                  <a:srgbClr val="404040"/>
                </a:solidFill>
                <a:latin typeface="Trebuchet MS"/>
                <a:cs typeface="Trebuchet MS"/>
              </a:rPr>
              <a:t> </a:t>
            </a:r>
            <a:r>
              <a:rPr sz="3600" b="1" spc="-10" dirty="0">
                <a:solidFill>
                  <a:srgbClr val="404040"/>
                </a:solidFill>
                <a:latin typeface="Trebuchet MS"/>
                <a:cs typeface="Trebuchet MS"/>
              </a:rPr>
              <a:t>TRACKER</a:t>
            </a:r>
            <a:endParaRPr sz="3600">
              <a:latin typeface="Trebuchet MS"/>
              <a:cs typeface="Trebuchet MS"/>
            </a:endParaRPr>
          </a:p>
        </p:txBody>
      </p:sp>
      <p:sp>
        <p:nvSpPr>
          <p:cNvPr id="3" name="object 3" descr="$PPTXTitle"/>
          <p:cNvSpPr txBox="1">
            <a:spLocks noGrp="1"/>
          </p:cNvSpPr>
          <p:nvPr>
            <p:ph type="title"/>
          </p:nvPr>
        </p:nvSpPr>
        <p:spPr>
          <a:xfrm>
            <a:off x="3878326" y="1055065"/>
            <a:ext cx="4311650" cy="514350"/>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1382AC"/>
                </a:solidFill>
                <a:latin typeface="Arial"/>
                <a:cs typeface="Arial"/>
              </a:rPr>
              <a:t>CAPSTONE</a:t>
            </a:r>
            <a:r>
              <a:rPr sz="3200" spc="-100" dirty="0">
                <a:solidFill>
                  <a:srgbClr val="1382AC"/>
                </a:solidFill>
                <a:latin typeface="Arial"/>
                <a:cs typeface="Arial"/>
              </a:rPr>
              <a:t> </a:t>
            </a:r>
            <a:r>
              <a:rPr sz="3200" spc="-10" dirty="0">
                <a:solidFill>
                  <a:srgbClr val="1382AC"/>
                </a:solidFill>
                <a:latin typeface="Arial"/>
                <a:cs typeface="Arial"/>
              </a:rPr>
              <a:t>PROJECT</a:t>
            </a:r>
            <a:endParaRPr sz="3200">
              <a:latin typeface="Arial"/>
              <a:cs typeface="Arial"/>
            </a:endParaRPr>
          </a:p>
        </p:txBody>
      </p:sp>
      <p:sp>
        <p:nvSpPr>
          <p:cNvPr id="4" name="object 4"/>
          <p:cNvSpPr txBox="1"/>
          <p:nvPr/>
        </p:nvSpPr>
        <p:spPr>
          <a:xfrm>
            <a:off x="446531" y="3085719"/>
            <a:ext cx="11299190" cy="3338195"/>
          </a:xfrm>
          <a:prstGeom prst="rect">
            <a:avLst/>
          </a:prstGeom>
          <a:solidFill>
            <a:srgbClr val="465258"/>
          </a:solidFill>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5"/>
              </a:spcBef>
            </a:pPr>
            <a:endParaRPr sz="2000">
              <a:latin typeface="Times New Roman"/>
              <a:cs typeface="Times New Roman"/>
            </a:endParaRPr>
          </a:p>
          <a:p>
            <a:pPr marL="2428240">
              <a:lnSpc>
                <a:spcPct val="100000"/>
              </a:lnSpc>
            </a:pPr>
            <a:r>
              <a:rPr sz="2000" b="1" dirty="0">
                <a:solidFill>
                  <a:srgbClr val="1382AC"/>
                </a:solidFill>
                <a:latin typeface="Arial"/>
                <a:cs typeface="Arial"/>
              </a:rPr>
              <a:t>Presented</a:t>
            </a:r>
            <a:r>
              <a:rPr sz="2000" b="1" spc="-75" dirty="0">
                <a:solidFill>
                  <a:srgbClr val="1382AC"/>
                </a:solidFill>
                <a:latin typeface="Arial"/>
                <a:cs typeface="Arial"/>
              </a:rPr>
              <a:t> </a:t>
            </a:r>
            <a:r>
              <a:rPr sz="2000" b="1" spc="-25" dirty="0">
                <a:solidFill>
                  <a:srgbClr val="1382AC"/>
                </a:solidFill>
                <a:latin typeface="Arial"/>
                <a:cs typeface="Arial"/>
              </a:rPr>
              <a:t>By:</a:t>
            </a:r>
            <a:endParaRPr sz="2000">
              <a:latin typeface="Arial"/>
              <a:cs typeface="Arial"/>
            </a:endParaRPr>
          </a:p>
          <a:p>
            <a:pPr marL="2885440" indent="-457200">
              <a:lnSpc>
                <a:spcPct val="100000"/>
              </a:lnSpc>
              <a:buAutoNum type="arabicPeriod"/>
              <a:tabLst>
                <a:tab pos="2885440" algn="l"/>
              </a:tabLst>
            </a:pPr>
            <a:r>
              <a:rPr sz="2000" b="1" dirty="0">
                <a:solidFill>
                  <a:srgbClr val="1382AC"/>
                </a:solidFill>
                <a:latin typeface="Arial"/>
                <a:cs typeface="Arial"/>
              </a:rPr>
              <a:t>Student</a:t>
            </a:r>
            <a:r>
              <a:rPr sz="2000" b="1" spc="35" dirty="0">
                <a:solidFill>
                  <a:srgbClr val="1382AC"/>
                </a:solidFill>
                <a:latin typeface="Arial"/>
                <a:cs typeface="Arial"/>
              </a:rPr>
              <a:t> </a:t>
            </a:r>
            <a:r>
              <a:rPr sz="2000" b="1" spc="-10" dirty="0">
                <a:solidFill>
                  <a:srgbClr val="1382AC"/>
                </a:solidFill>
                <a:latin typeface="Arial"/>
                <a:cs typeface="Arial"/>
              </a:rPr>
              <a:t>Name-</a:t>
            </a:r>
            <a:r>
              <a:rPr sz="2000" spc="-10" dirty="0">
                <a:latin typeface="Arial"/>
                <a:cs typeface="Arial"/>
              </a:rPr>
              <a:t>Harshitha</a:t>
            </a:r>
            <a:r>
              <a:rPr sz="2000" spc="-114" dirty="0">
                <a:latin typeface="Arial"/>
                <a:cs typeface="Arial"/>
              </a:rPr>
              <a:t> </a:t>
            </a:r>
            <a:r>
              <a:rPr sz="2000" spc="-10" dirty="0">
                <a:latin typeface="Arial"/>
                <a:cs typeface="Arial"/>
              </a:rPr>
              <a:t>Adepu</a:t>
            </a:r>
            <a:endParaRPr sz="2000">
              <a:latin typeface="Arial"/>
              <a:cs typeface="Arial"/>
            </a:endParaRPr>
          </a:p>
          <a:p>
            <a:pPr marL="2885440" indent="-457200">
              <a:lnSpc>
                <a:spcPct val="100000"/>
              </a:lnSpc>
              <a:spcBef>
                <a:spcPts val="5"/>
              </a:spcBef>
              <a:buAutoNum type="arabicPeriod"/>
              <a:tabLst>
                <a:tab pos="2885440" algn="l"/>
              </a:tabLst>
            </a:pPr>
            <a:r>
              <a:rPr sz="2000" b="1" dirty="0">
                <a:solidFill>
                  <a:srgbClr val="1382AC"/>
                </a:solidFill>
                <a:latin typeface="Arial"/>
                <a:cs typeface="Arial"/>
              </a:rPr>
              <a:t>College</a:t>
            </a:r>
            <a:r>
              <a:rPr sz="2000" b="1" spc="-40" dirty="0">
                <a:solidFill>
                  <a:srgbClr val="1382AC"/>
                </a:solidFill>
                <a:latin typeface="Arial"/>
                <a:cs typeface="Arial"/>
              </a:rPr>
              <a:t> </a:t>
            </a:r>
            <a:r>
              <a:rPr sz="2000" b="1" spc="-10" dirty="0">
                <a:solidFill>
                  <a:srgbClr val="1382AC"/>
                </a:solidFill>
                <a:latin typeface="Arial"/>
                <a:cs typeface="Arial"/>
              </a:rPr>
              <a:t>Name-</a:t>
            </a:r>
            <a:r>
              <a:rPr sz="2000" spc="-10" dirty="0">
                <a:latin typeface="Franklin Gothic Medium"/>
                <a:cs typeface="Franklin Gothic Medium"/>
              </a:rPr>
              <a:t>Sridevi</a:t>
            </a:r>
            <a:r>
              <a:rPr sz="2000" spc="-50" dirty="0">
                <a:latin typeface="Franklin Gothic Medium"/>
                <a:cs typeface="Franklin Gothic Medium"/>
              </a:rPr>
              <a:t> </a:t>
            </a:r>
            <a:r>
              <a:rPr sz="2000" spc="-40" dirty="0">
                <a:latin typeface="Franklin Gothic Medium"/>
                <a:cs typeface="Franklin Gothic Medium"/>
              </a:rPr>
              <a:t>Women’s</a:t>
            </a:r>
            <a:r>
              <a:rPr sz="2000" spc="-50" dirty="0">
                <a:latin typeface="Franklin Gothic Medium"/>
                <a:cs typeface="Franklin Gothic Medium"/>
              </a:rPr>
              <a:t> </a:t>
            </a:r>
            <a:r>
              <a:rPr sz="2000" spc="-20" dirty="0">
                <a:latin typeface="Franklin Gothic Medium"/>
                <a:cs typeface="Franklin Gothic Medium"/>
              </a:rPr>
              <a:t>Engineering </a:t>
            </a:r>
            <a:r>
              <a:rPr sz="2000" spc="-10" dirty="0">
                <a:latin typeface="Franklin Gothic Medium"/>
                <a:cs typeface="Franklin Gothic Medium"/>
              </a:rPr>
              <a:t>College</a:t>
            </a:r>
            <a:endParaRPr sz="2000">
              <a:latin typeface="Franklin Gothic Medium"/>
              <a:cs typeface="Franklin Gothic Medium"/>
            </a:endParaRPr>
          </a:p>
          <a:p>
            <a:pPr marL="2885440" indent="-457200">
              <a:lnSpc>
                <a:spcPct val="100000"/>
              </a:lnSpc>
              <a:buAutoNum type="arabicPeriod"/>
              <a:tabLst>
                <a:tab pos="2885440" algn="l"/>
              </a:tabLst>
            </a:pPr>
            <a:r>
              <a:rPr sz="2000" b="1" spc="-10" dirty="0">
                <a:solidFill>
                  <a:srgbClr val="1382AC"/>
                </a:solidFill>
                <a:latin typeface="Arial"/>
                <a:cs typeface="Arial"/>
              </a:rPr>
              <a:t>Department-</a:t>
            </a:r>
            <a:r>
              <a:rPr sz="2000" spc="-35" dirty="0">
                <a:latin typeface="Franklin Gothic Medium"/>
                <a:cs typeface="Franklin Gothic Medium"/>
              </a:rPr>
              <a:t>Computer</a:t>
            </a:r>
            <a:r>
              <a:rPr sz="2000" spc="-70" dirty="0">
                <a:latin typeface="Franklin Gothic Medium"/>
                <a:cs typeface="Franklin Gothic Medium"/>
              </a:rPr>
              <a:t> </a:t>
            </a:r>
            <a:r>
              <a:rPr sz="2000" dirty="0">
                <a:latin typeface="Franklin Gothic Medium"/>
                <a:cs typeface="Franklin Gothic Medium"/>
              </a:rPr>
              <a:t>Science</a:t>
            </a:r>
            <a:r>
              <a:rPr sz="2000" spc="-50" dirty="0">
                <a:latin typeface="Franklin Gothic Medium"/>
                <a:cs typeface="Franklin Gothic Medium"/>
              </a:rPr>
              <a:t> </a:t>
            </a:r>
            <a:r>
              <a:rPr sz="2000" dirty="0">
                <a:latin typeface="Franklin Gothic Medium"/>
                <a:cs typeface="Franklin Gothic Medium"/>
              </a:rPr>
              <a:t>&amp;</a:t>
            </a:r>
            <a:r>
              <a:rPr sz="2000" spc="-35" dirty="0">
                <a:latin typeface="Franklin Gothic Medium"/>
                <a:cs typeface="Franklin Gothic Medium"/>
              </a:rPr>
              <a:t> </a:t>
            </a:r>
            <a:r>
              <a:rPr sz="2000" spc="-20" dirty="0">
                <a:latin typeface="Franklin Gothic Medium"/>
                <a:cs typeface="Franklin Gothic Medium"/>
              </a:rPr>
              <a:t>Engineering</a:t>
            </a:r>
            <a:r>
              <a:rPr sz="2000" spc="-35" dirty="0">
                <a:latin typeface="Franklin Gothic Medium"/>
                <a:cs typeface="Franklin Gothic Medium"/>
              </a:rPr>
              <a:t> </a:t>
            </a:r>
            <a:r>
              <a:rPr sz="2000" spc="-10" dirty="0">
                <a:latin typeface="Franklin Gothic Medium"/>
                <a:cs typeface="Franklin Gothic Medium"/>
              </a:rPr>
              <a:t>(CSE)</a:t>
            </a:r>
            <a:endParaRPr sz="2000">
              <a:latin typeface="Franklin Gothic Medium"/>
              <a:cs typeface="Franklin Gothic Medium"/>
            </a:endParaRPr>
          </a:p>
          <a:p>
            <a:pPr marL="2839720" indent="-411480">
              <a:lnSpc>
                <a:spcPct val="100000"/>
              </a:lnSpc>
              <a:buAutoNum type="arabicPeriod"/>
              <a:tabLst>
                <a:tab pos="2839720" algn="l"/>
              </a:tabLst>
            </a:pPr>
            <a:r>
              <a:rPr sz="2000" b="1" dirty="0">
                <a:solidFill>
                  <a:srgbClr val="1382AC"/>
                </a:solidFill>
                <a:latin typeface="Arial"/>
                <a:cs typeface="Arial"/>
              </a:rPr>
              <a:t>AICTE</a:t>
            </a:r>
            <a:r>
              <a:rPr sz="2000" b="1" spc="10" dirty="0">
                <a:solidFill>
                  <a:srgbClr val="1382AC"/>
                </a:solidFill>
                <a:latin typeface="Arial"/>
                <a:cs typeface="Arial"/>
              </a:rPr>
              <a:t> </a:t>
            </a:r>
            <a:r>
              <a:rPr sz="2000" b="1" spc="-10" dirty="0">
                <a:solidFill>
                  <a:srgbClr val="1382AC"/>
                </a:solidFill>
                <a:latin typeface="Arial"/>
                <a:cs typeface="Arial"/>
              </a:rPr>
              <a:t>ID-</a:t>
            </a:r>
            <a:r>
              <a:rPr sz="1800" spc="-10" dirty="0">
                <a:latin typeface="Franklin Gothic Medium"/>
                <a:cs typeface="Franklin Gothic Medium"/>
              </a:rPr>
              <a:t>STU681f5c6e3b9ea1746885742</a:t>
            </a:r>
            <a:endParaRPr sz="1800">
              <a:latin typeface="Franklin Gothic Medium"/>
              <a:cs typeface="Franklin Goth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28522" y="1389710"/>
            <a:ext cx="1583055" cy="452120"/>
          </a:xfrm>
          <a:prstGeom prst="rect">
            <a:avLst/>
          </a:prstGeom>
        </p:spPr>
        <p:txBody>
          <a:bodyPr vert="horz" wrap="square" lIns="0" tIns="12065" rIns="0" bIns="0" rtlCol="0">
            <a:spAutoFit/>
          </a:bodyPr>
          <a:lstStyle/>
          <a:p>
            <a:pPr marL="12700">
              <a:lnSpc>
                <a:spcPct val="100000"/>
              </a:lnSpc>
              <a:spcBef>
                <a:spcPts val="95"/>
              </a:spcBef>
            </a:pPr>
            <a:r>
              <a:rPr spc="-10" dirty="0">
                <a:solidFill>
                  <a:srgbClr val="001F5F"/>
                </a:solidFill>
                <a:latin typeface="Arial"/>
                <a:cs typeface="Arial"/>
              </a:rPr>
              <a:t>OUTLINE</a:t>
            </a:r>
          </a:p>
        </p:txBody>
      </p:sp>
      <p:sp>
        <p:nvSpPr>
          <p:cNvPr id="3" name="object 3"/>
          <p:cNvSpPr txBox="1"/>
          <p:nvPr/>
        </p:nvSpPr>
        <p:spPr>
          <a:xfrm>
            <a:off x="916939" y="1955262"/>
            <a:ext cx="6338570" cy="3805554"/>
          </a:xfrm>
          <a:prstGeom prst="rect">
            <a:avLst/>
          </a:prstGeom>
        </p:spPr>
        <p:txBody>
          <a:bodyPr vert="horz" wrap="square" lIns="0" tIns="179705" rIns="0" bIns="0" rtlCol="0">
            <a:spAutoFit/>
          </a:bodyPr>
          <a:lstStyle/>
          <a:p>
            <a:pPr marL="318770" indent="-306070">
              <a:lnSpc>
                <a:spcPct val="100000"/>
              </a:lnSpc>
              <a:spcBef>
                <a:spcPts val="1415"/>
              </a:spcBef>
              <a:buClr>
                <a:srgbClr val="1CACE3"/>
              </a:buClr>
              <a:buSzPct val="90000"/>
              <a:buFont typeface="Cambria"/>
              <a:buChar char="◾"/>
              <a:tabLst>
                <a:tab pos="318770" algn="l"/>
              </a:tabLst>
            </a:pPr>
            <a:r>
              <a:rPr sz="2000" b="1" dirty="0">
                <a:solidFill>
                  <a:srgbClr val="404040"/>
                </a:solidFill>
                <a:latin typeface="Arial"/>
                <a:cs typeface="Arial"/>
              </a:rPr>
              <a:t>Problem</a:t>
            </a:r>
            <a:r>
              <a:rPr sz="2000" b="1" spc="-40" dirty="0">
                <a:solidFill>
                  <a:srgbClr val="404040"/>
                </a:solidFill>
                <a:latin typeface="Arial"/>
                <a:cs typeface="Arial"/>
              </a:rPr>
              <a:t> </a:t>
            </a:r>
            <a:r>
              <a:rPr sz="2000" b="1" dirty="0">
                <a:solidFill>
                  <a:srgbClr val="404040"/>
                </a:solidFill>
                <a:latin typeface="Arial"/>
                <a:cs typeface="Arial"/>
              </a:rPr>
              <a:t>Statement</a:t>
            </a:r>
            <a:r>
              <a:rPr sz="2000" b="1" spc="-40" dirty="0">
                <a:solidFill>
                  <a:srgbClr val="404040"/>
                </a:solidFill>
                <a:latin typeface="Arial"/>
                <a:cs typeface="Arial"/>
              </a:rPr>
              <a:t> </a:t>
            </a:r>
            <a:r>
              <a:rPr sz="2000" dirty="0">
                <a:solidFill>
                  <a:srgbClr val="404040"/>
                </a:solidFill>
                <a:latin typeface="Arial"/>
                <a:cs typeface="Arial"/>
              </a:rPr>
              <a:t>(Should</a:t>
            </a:r>
            <a:r>
              <a:rPr sz="2000" spc="-45" dirty="0">
                <a:solidFill>
                  <a:srgbClr val="404040"/>
                </a:solidFill>
                <a:latin typeface="Arial"/>
                <a:cs typeface="Arial"/>
              </a:rPr>
              <a:t> </a:t>
            </a:r>
            <a:r>
              <a:rPr sz="2000" dirty="0">
                <a:solidFill>
                  <a:srgbClr val="404040"/>
                </a:solidFill>
                <a:latin typeface="Arial"/>
                <a:cs typeface="Arial"/>
              </a:rPr>
              <a:t>not</a:t>
            </a:r>
            <a:r>
              <a:rPr sz="2000" spc="-35" dirty="0">
                <a:solidFill>
                  <a:srgbClr val="404040"/>
                </a:solidFill>
                <a:latin typeface="Arial"/>
                <a:cs typeface="Arial"/>
              </a:rPr>
              <a:t> </a:t>
            </a:r>
            <a:r>
              <a:rPr sz="2000" dirty="0">
                <a:solidFill>
                  <a:srgbClr val="404040"/>
                </a:solidFill>
                <a:latin typeface="Arial"/>
                <a:cs typeface="Arial"/>
              </a:rPr>
              <a:t>include</a:t>
            </a:r>
            <a:r>
              <a:rPr sz="2000" spc="-35" dirty="0">
                <a:solidFill>
                  <a:srgbClr val="404040"/>
                </a:solidFill>
                <a:latin typeface="Arial"/>
                <a:cs typeface="Arial"/>
              </a:rPr>
              <a:t> </a:t>
            </a:r>
            <a:r>
              <a:rPr sz="2000" spc="-10" dirty="0">
                <a:solidFill>
                  <a:srgbClr val="404040"/>
                </a:solidFill>
                <a:latin typeface="Arial"/>
                <a:cs typeface="Arial"/>
              </a:rPr>
              <a:t>solution)</a:t>
            </a:r>
            <a:endParaRPr sz="2000" dirty="0">
              <a:latin typeface="Arial"/>
              <a:cs typeface="Arial"/>
            </a:endParaRPr>
          </a:p>
          <a:p>
            <a:pPr marL="318770" indent="-306070">
              <a:lnSpc>
                <a:spcPct val="100000"/>
              </a:lnSpc>
              <a:spcBef>
                <a:spcPts val="1320"/>
              </a:spcBef>
              <a:buClr>
                <a:srgbClr val="1CACE3"/>
              </a:buClr>
              <a:buSzPct val="90000"/>
              <a:buFont typeface="Cambria"/>
              <a:buChar char="◾"/>
              <a:tabLst>
                <a:tab pos="318770" algn="l"/>
              </a:tabLst>
            </a:pPr>
            <a:r>
              <a:rPr sz="2000" b="1" dirty="0">
                <a:solidFill>
                  <a:srgbClr val="404040"/>
                </a:solidFill>
                <a:latin typeface="Arial"/>
                <a:cs typeface="Arial"/>
              </a:rPr>
              <a:t>Proposed</a:t>
            </a:r>
            <a:r>
              <a:rPr sz="2000" b="1" spc="-25" dirty="0">
                <a:solidFill>
                  <a:srgbClr val="404040"/>
                </a:solidFill>
                <a:latin typeface="Arial"/>
                <a:cs typeface="Arial"/>
              </a:rPr>
              <a:t> </a:t>
            </a:r>
            <a:r>
              <a:rPr sz="2000" b="1" spc="-10" dirty="0">
                <a:solidFill>
                  <a:srgbClr val="404040"/>
                </a:solidFill>
                <a:latin typeface="Arial"/>
                <a:cs typeface="Arial"/>
              </a:rPr>
              <a:t>System/Solution</a:t>
            </a:r>
            <a:endParaRPr sz="2000" dirty="0">
              <a:latin typeface="Arial"/>
              <a:cs typeface="Arial"/>
            </a:endParaRPr>
          </a:p>
          <a:p>
            <a:pPr marL="318770" indent="-306070">
              <a:lnSpc>
                <a:spcPct val="100000"/>
              </a:lnSpc>
              <a:spcBef>
                <a:spcPts val="1320"/>
              </a:spcBef>
              <a:buClr>
                <a:srgbClr val="1CACE3"/>
              </a:buClr>
              <a:buSzPct val="90000"/>
              <a:buFont typeface="Cambria"/>
              <a:buChar char="◾"/>
              <a:tabLst>
                <a:tab pos="318770" algn="l"/>
              </a:tabLst>
            </a:pPr>
            <a:r>
              <a:rPr sz="2000" b="1" dirty="0">
                <a:solidFill>
                  <a:srgbClr val="404040"/>
                </a:solidFill>
                <a:latin typeface="Arial"/>
                <a:cs typeface="Arial"/>
              </a:rPr>
              <a:t>System</a:t>
            </a:r>
            <a:r>
              <a:rPr sz="2000" b="1" spc="-10" dirty="0">
                <a:solidFill>
                  <a:srgbClr val="404040"/>
                </a:solidFill>
                <a:latin typeface="Arial"/>
                <a:cs typeface="Arial"/>
              </a:rPr>
              <a:t> Development</a:t>
            </a:r>
            <a:r>
              <a:rPr sz="2000" b="1" spc="-105" dirty="0">
                <a:solidFill>
                  <a:srgbClr val="404040"/>
                </a:solidFill>
                <a:latin typeface="Arial"/>
                <a:cs typeface="Arial"/>
              </a:rPr>
              <a:t> </a:t>
            </a:r>
            <a:r>
              <a:rPr sz="2000" b="1" dirty="0">
                <a:solidFill>
                  <a:srgbClr val="404040"/>
                </a:solidFill>
                <a:latin typeface="Arial"/>
                <a:cs typeface="Arial"/>
              </a:rPr>
              <a:t>Approach</a:t>
            </a:r>
            <a:r>
              <a:rPr sz="2000" b="1" spc="-35" dirty="0">
                <a:solidFill>
                  <a:srgbClr val="404040"/>
                </a:solidFill>
                <a:latin typeface="Arial"/>
                <a:cs typeface="Arial"/>
              </a:rPr>
              <a:t> </a:t>
            </a:r>
            <a:r>
              <a:rPr sz="2000" spc="-20" dirty="0">
                <a:solidFill>
                  <a:srgbClr val="404040"/>
                </a:solidFill>
                <a:latin typeface="Arial"/>
                <a:cs typeface="Arial"/>
              </a:rPr>
              <a:t>(Technology</a:t>
            </a:r>
            <a:r>
              <a:rPr sz="2000" spc="-70" dirty="0">
                <a:solidFill>
                  <a:srgbClr val="404040"/>
                </a:solidFill>
                <a:latin typeface="Arial"/>
                <a:cs typeface="Arial"/>
              </a:rPr>
              <a:t> </a:t>
            </a:r>
            <a:r>
              <a:rPr sz="2000" spc="-10" dirty="0">
                <a:solidFill>
                  <a:srgbClr val="404040"/>
                </a:solidFill>
                <a:latin typeface="Arial"/>
                <a:cs typeface="Arial"/>
              </a:rPr>
              <a:t>Used)</a:t>
            </a:r>
            <a:endParaRPr sz="2000" dirty="0">
              <a:latin typeface="Arial"/>
              <a:cs typeface="Arial"/>
            </a:endParaRPr>
          </a:p>
          <a:p>
            <a:pPr marL="318770" indent="-306070">
              <a:lnSpc>
                <a:spcPct val="100000"/>
              </a:lnSpc>
              <a:spcBef>
                <a:spcPts val="1320"/>
              </a:spcBef>
              <a:buClr>
                <a:srgbClr val="1CACE3"/>
              </a:buClr>
              <a:buSzPct val="90000"/>
              <a:buFont typeface="Cambria"/>
              <a:buChar char="◾"/>
              <a:tabLst>
                <a:tab pos="318770" algn="l"/>
              </a:tabLst>
            </a:pPr>
            <a:r>
              <a:rPr sz="2000" b="1" dirty="0">
                <a:solidFill>
                  <a:srgbClr val="404040"/>
                </a:solidFill>
                <a:latin typeface="Arial"/>
                <a:cs typeface="Arial"/>
              </a:rPr>
              <a:t>Algorithm</a:t>
            </a:r>
            <a:r>
              <a:rPr sz="2000" b="1" spc="-65" dirty="0">
                <a:solidFill>
                  <a:srgbClr val="404040"/>
                </a:solidFill>
                <a:latin typeface="Arial"/>
                <a:cs typeface="Arial"/>
              </a:rPr>
              <a:t> </a:t>
            </a:r>
            <a:r>
              <a:rPr sz="2000" b="1" dirty="0">
                <a:solidFill>
                  <a:srgbClr val="404040"/>
                </a:solidFill>
                <a:latin typeface="Arial"/>
                <a:cs typeface="Arial"/>
              </a:rPr>
              <a:t>&amp;</a:t>
            </a:r>
            <a:r>
              <a:rPr sz="2000" b="1" spc="-25" dirty="0">
                <a:solidFill>
                  <a:srgbClr val="404040"/>
                </a:solidFill>
                <a:latin typeface="Arial"/>
                <a:cs typeface="Arial"/>
              </a:rPr>
              <a:t> </a:t>
            </a:r>
            <a:r>
              <a:rPr sz="2000" b="1" spc="-10" dirty="0">
                <a:solidFill>
                  <a:srgbClr val="404040"/>
                </a:solidFill>
                <a:latin typeface="Arial"/>
                <a:cs typeface="Arial"/>
              </a:rPr>
              <a:t>Deployment</a:t>
            </a:r>
            <a:endParaRPr sz="2000" dirty="0">
              <a:latin typeface="Arial"/>
              <a:cs typeface="Arial"/>
            </a:endParaRPr>
          </a:p>
          <a:p>
            <a:pPr marL="318770" indent="-306070">
              <a:lnSpc>
                <a:spcPct val="100000"/>
              </a:lnSpc>
              <a:spcBef>
                <a:spcPts val="1320"/>
              </a:spcBef>
              <a:buClr>
                <a:srgbClr val="1CACE3"/>
              </a:buClr>
              <a:buSzPct val="90000"/>
              <a:buFont typeface="Cambria"/>
              <a:buChar char="◾"/>
              <a:tabLst>
                <a:tab pos="318770" algn="l"/>
              </a:tabLst>
            </a:pPr>
            <a:r>
              <a:rPr sz="2000" b="1" spc="-10" dirty="0">
                <a:solidFill>
                  <a:srgbClr val="404040"/>
                </a:solidFill>
                <a:latin typeface="Arial"/>
                <a:cs typeface="Arial"/>
              </a:rPr>
              <a:t>Result</a:t>
            </a:r>
            <a:endParaRPr sz="2000" dirty="0">
              <a:latin typeface="Arial"/>
              <a:cs typeface="Arial"/>
            </a:endParaRPr>
          </a:p>
          <a:p>
            <a:pPr marL="318770" indent="-306070">
              <a:lnSpc>
                <a:spcPct val="100000"/>
              </a:lnSpc>
              <a:spcBef>
                <a:spcPts val="1325"/>
              </a:spcBef>
              <a:buClr>
                <a:srgbClr val="1CACE3"/>
              </a:buClr>
              <a:buSzPct val="90000"/>
              <a:buFont typeface="Cambria"/>
              <a:buChar char="◾"/>
              <a:tabLst>
                <a:tab pos="318770" algn="l"/>
              </a:tabLst>
            </a:pPr>
            <a:r>
              <a:rPr sz="2000" b="1" spc="-10" dirty="0">
                <a:solidFill>
                  <a:srgbClr val="404040"/>
                </a:solidFill>
                <a:latin typeface="Arial"/>
                <a:cs typeface="Arial"/>
              </a:rPr>
              <a:t>Conclusion</a:t>
            </a:r>
            <a:endParaRPr sz="2000" dirty="0">
              <a:latin typeface="Arial"/>
              <a:cs typeface="Arial"/>
            </a:endParaRPr>
          </a:p>
          <a:p>
            <a:pPr marL="318770" indent="-306070">
              <a:lnSpc>
                <a:spcPct val="100000"/>
              </a:lnSpc>
              <a:spcBef>
                <a:spcPts val="1320"/>
              </a:spcBef>
              <a:buClr>
                <a:srgbClr val="1CACE3"/>
              </a:buClr>
              <a:buSzPct val="90000"/>
              <a:buFont typeface="Cambria"/>
              <a:buChar char="◾"/>
              <a:tabLst>
                <a:tab pos="318770" algn="l"/>
              </a:tabLst>
            </a:pPr>
            <a:r>
              <a:rPr sz="2000" b="1" dirty="0">
                <a:solidFill>
                  <a:srgbClr val="404040"/>
                </a:solidFill>
                <a:latin typeface="Arial"/>
                <a:cs typeface="Arial"/>
              </a:rPr>
              <a:t>Future</a:t>
            </a:r>
            <a:r>
              <a:rPr sz="2000" b="1" spc="-40" dirty="0">
                <a:solidFill>
                  <a:srgbClr val="404040"/>
                </a:solidFill>
                <a:latin typeface="Arial"/>
                <a:cs typeface="Arial"/>
              </a:rPr>
              <a:t> </a:t>
            </a:r>
            <a:r>
              <a:rPr sz="2000" b="1" spc="-20" dirty="0">
                <a:solidFill>
                  <a:srgbClr val="404040"/>
                </a:solidFill>
                <a:latin typeface="Arial"/>
                <a:cs typeface="Arial"/>
              </a:rPr>
              <a:t>Scope</a:t>
            </a:r>
            <a:endParaRPr sz="2000" dirty="0">
              <a:latin typeface="Arial"/>
              <a:cs typeface="Arial"/>
            </a:endParaRPr>
          </a:p>
          <a:p>
            <a:pPr marL="318770" indent="-306070">
              <a:lnSpc>
                <a:spcPct val="100000"/>
              </a:lnSpc>
              <a:spcBef>
                <a:spcPts val="1320"/>
              </a:spcBef>
              <a:buClr>
                <a:srgbClr val="1CACE3"/>
              </a:buClr>
              <a:buSzPct val="90000"/>
              <a:buFont typeface="Cambria"/>
              <a:buChar char="◾"/>
              <a:tabLst>
                <a:tab pos="318770" algn="l"/>
              </a:tabLst>
            </a:pPr>
            <a:r>
              <a:rPr sz="2000" b="1" spc="-10" dirty="0">
                <a:solidFill>
                  <a:srgbClr val="404040"/>
                </a:solidFill>
                <a:latin typeface="Arial"/>
                <a:cs typeface="Arial"/>
              </a:rPr>
              <a:t>References</a:t>
            </a:r>
            <a:endParaRPr sz="200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4000" dirty="0">
                <a:solidFill>
                  <a:srgbClr val="1CACE3"/>
                </a:solidFill>
                <a:latin typeface="Arial"/>
                <a:cs typeface="Arial"/>
              </a:rPr>
              <a:t>PROBLEM</a:t>
            </a:r>
            <a:r>
              <a:rPr sz="4000" spc="-85" dirty="0">
                <a:solidFill>
                  <a:srgbClr val="1CACE3"/>
                </a:solidFill>
                <a:latin typeface="Arial"/>
                <a:cs typeface="Arial"/>
              </a:rPr>
              <a:t> </a:t>
            </a:r>
            <a:r>
              <a:rPr sz="4000" spc="-60" dirty="0">
                <a:solidFill>
                  <a:srgbClr val="1CACE3"/>
                </a:solidFill>
                <a:latin typeface="Arial"/>
                <a:cs typeface="Arial"/>
              </a:rPr>
              <a:t>STATEMENT</a:t>
            </a:r>
            <a:endParaRPr sz="4000" dirty="0">
              <a:latin typeface="Arial"/>
              <a:cs typeface="Arial"/>
            </a:endParaRPr>
          </a:p>
        </p:txBody>
      </p:sp>
      <p:sp>
        <p:nvSpPr>
          <p:cNvPr id="3" name="object 3"/>
          <p:cNvSpPr txBox="1"/>
          <p:nvPr/>
        </p:nvSpPr>
        <p:spPr>
          <a:xfrm>
            <a:off x="659993" y="1185621"/>
            <a:ext cx="10465208" cy="1968744"/>
          </a:xfrm>
          <a:prstGeom prst="rect">
            <a:avLst/>
          </a:prstGeom>
        </p:spPr>
        <p:txBody>
          <a:bodyPr vert="horz" wrap="square" lIns="0" tIns="12700" rIns="0" bIns="0" rtlCol="0">
            <a:spAutoFit/>
          </a:bodyPr>
          <a:lstStyle/>
          <a:p>
            <a:pPr marL="12700" marR="5080" indent="457200" algn="just">
              <a:lnSpc>
                <a:spcPct val="100000"/>
              </a:lnSpc>
              <a:spcBef>
                <a:spcPts val="100"/>
              </a:spcBef>
            </a:pPr>
            <a:r>
              <a:rPr lang="en-IN" dirty="0">
                <a:latin typeface="Arial" panose="020B0604020202020204" pitchFamily="34" charset="0"/>
                <a:cs typeface="Arial" panose="020B0604020202020204" pitchFamily="34" charset="0"/>
              </a:rPr>
              <a:t>Chronic disease patients, such as those with diabetes and hypertension, often forget or miss their prescribed medication doses. Poor medication adherence can lead to worsening health conditions, serious complications, and increased healthcare costs. At the same time, caregivers and doctors have limited visibility into whether patients are taking their medications as prescribed, making it difficult to identify missed doses and declining adherence at an early stage. This lack of consistent medication management and monitoring can negatively affect treatment outcomes and patient safety.</a:t>
            </a:r>
          </a:p>
          <a:p>
            <a:pPr marL="12700" marR="5080" indent="457200" algn="just">
              <a:lnSpc>
                <a:spcPct val="110000"/>
              </a:lnSpc>
              <a:spcBef>
                <a:spcPts val="100"/>
              </a:spcBef>
            </a:pPr>
            <a:endParaRPr sz="1800" dirty="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9993" y="550621"/>
            <a:ext cx="5662930" cy="635000"/>
          </a:xfrm>
          <a:prstGeom prst="rect">
            <a:avLst/>
          </a:prstGeom>
        </p:spPr>
        <p:txBody>
          <a:bodyPr vert="horz" wrap="square" lIns="0" tIns="12065" rIns="0" bIns="0" rtlCol="0">
            <a:spAutoFit/>
          </a:bodyPr>
          <a:lstStyle/>
          <a:p>
            <a:pPr marL="12700">
              <a:lnSpc>
                <a:spcPct val="100000"/>
              </a:lnSpc>
              <a:spcBef>
                <a:spcPts val="95"/>
              </a:spcBef>
            </a:pPr>
            <a:r>
              <a:rPr sz="4000" dirty="0">
                <a:solidFill>
                  <a:srgbClr val="1CACE3"/>
                </a:solidFill>
                <a:latin typeface="Arial"/>
                <a:cs typeface="Arial"/>
              </a:rPr>
              <a:t>PROPOSED</a:t>
            </a:r>
            <a:r>
              <a:rPr sz="4000" spc="-55" dirty="0">
                <a:solidFill>
                  <a:srgbClr val="1CACE3"/>
                </a:solidFill>
                <a:latin typeface="Arial"/>
                <a:cs typeface="Arial"/>
              </a:rPr>
              <a:t> </a:t>
            </a:r>
            <a:r>
              <a:rPr sz="4000" spc="-10" dirty="0">
                <a:solidFill>
                  <a:srgbClr val="1CACE3"/>
                </a:solidFill>
                <a:latin typeface="Arial"/>
                <a:cs typeface="Arial"/>
              </a:rPr>
              <a:t>SOLUTION</a:t>
            </a:r>
            <a:endParaRPr sz="4000">
              <a:latin typeface="Arial"/>
              <a:cs typeface="Arial"/>
            </a:endParaRPr>
          </a:p>
        </p:txBody>
      </p:sp>
      <p:sp>
        <p:nvSpPr>
          <p:cNvPr id="3" name="object 3"/>
          <p:cNvSpPr txBox="1"/>
          <p:nvPr/>
        </p:nvSpPr>
        <p:spPr>
          <a:xfrm>
            <a:off x="520395" y="1156461"/>
            <a:ext cx="11024235" cy="4775200"/>
          </a:xfrm>
          <a:prstGeom prst="rect">
            <a:avLst/>
          </a:prstGeom>
        </p:spPr>
        <p:txBody>
          <a:bodyPr vert="horz" wrap="square" lIns="0" tIns="12700" rIns="0" bIns="0" rtlCol="0">
            <a:spAutoFit/>
          </a:bodyPr>
          <a:lstStyle/>
          <a:p>
            <a:pPr marL="317500" marR="17780" indent="-305435" algn="just">
              <a:lnSpc>
                <a:spcPct val="110000"/>
              </a:lnSpc>
              <a:spcBef>
                <a:spcPts val="100"/>
              </a:spcBef>
              <a:buClr>
                <a:srgbClr val="1CACE3"/>
              </a:buClr>
              <a:buSzPct val="91666"/>
              <a:buFont typeface="Cambria"/>
              <a:buChar char="◾"/>
              <a:tabLst>
                <a:tab pos="318770" algn="l"/>
              </a:tabLst>
            </a:pPr>
            <a:r>
              <a:rPr sz="1800" dirty="0">
                <a:solidFill>
                  <a:srgbClr val="404040"/>
                </a:solidFill>
                <a:latin typeface="Arial"/>
                <a:cs typeface="Arial"/>
              </a:rPr>
              <a:t>The</a:t>
            </a:r>
            <a:r>
              <a:rPr sz="1800" spc="50" dirty="0">
                <a:solidFill>
                  <a:srgbClr val="404040"/>
                </a:solidFill>
                <a:latin typeface="Arial"/>
                <a:cs typeface="Arial"/>
              </a:rPr>
              <a:t> </a:t>
            </a:r>
            <a:r>
              <a:rPr sz="1800" dirty="0">
                <a:solidFill>
                  <a:srgbClr val="404040"/>
                </a:solidFill>
                <a:latin typeface="Arial"/>
                <a:cs typeface="Arial"/>
              </a:rPr>
              <a:t>proposed</a:t>
            </a:r>
            <a:r>
              <a:rPr sz="1800" spc="45" dirty="0">
                <a:solidFill>
                  <a:srgbClr val="404040"/>
                </a:solidFill>
                <a:latin typeface="Arial"/>
                <a:cs typeface="Arial"/>
              </a:rPr>
              <a:t> </a:t>
            </a:r>
            <a:r>
              <a:rPr sz="1800" dirty="0">
                <a:solidFill>
                  <a:srgbClr val="404040"/>
                </a:solidFill>
                <a:latin typeface="Arial"/>
                <a:cs typeface="Arial"/>
              </a:rPr>
              <a:t>system</a:t>
            </a:r>
            <a:r>
              <a:rPr sz="1800" spc="55" dirty="0">
                <a:solidFill>
                  <a:srgbClr val="404040"/>
                </a:solidFill>
                <a:latin typeface="Arial"/>
                <a:cs typeface="Arial"/>
              </a:rPr>
              <a:t> </a:t>
            </a:r>
            <a:r>
              <a:rPr sz="1800" dirty="0">
                <a:solidFill>
                  <a:srgbClr val="404040"/>
                </a:solidFill>
                <a:latin typeface="Arial"/>
                <a:cs typeface="Arial"/>
              </a:rPr>
              <a:t>is</a:t>
            </a:r>
            <a:r>
              <a:rPr sz="1800" spc="55" dirty="0">
                <a:solidFill>
                  <a:srgbClr val="404040"/>
                </a:solidFill>
                <a:latin typeface="Arial"/>
                <a:cs typeface="Arial"/>
              </a:rPr>
              <a:t> </a:t>
            </a:r>
            <a:r>
              <a:rPr sz="1800" dirty="0">
                <a:solidFill>
                  <a:srgbClr val="404040"/>
                </a:solidFill>
                <a:latin typeface="Arial"/>
                <a:cs typeface="Arial"/>
              </a:rPr>
              <a:t>a</a:t>
            </a:r>
            <a:r>
              <a:rPr sz="1800" spc="50" dirty="0">
                <a:solidFill>
                  <a:srgbClr val="404040"/>
                </a:solidFill>
                <a:latin typeface="Arial"/>
                <a:cs typeface="Arial"/>
              </a:rPr>
              <a:t> </a:t>
            </a:r>
            <a:r>
              <a:rPr sz="1800" dirty="0">
                <a:solidFill>
                  <a:srgbClr val="404040"/>
                </a:solidFill>
                <a:latin typeface="Arial"/>
                <a:cs typeface="Arial"/>
              </a:rPr>
              <a:t>Medication</a:t>
            </a:r>
            <a:r>
              <a:rPr sz="1800" spc="55" dirty="0">
                <a:solidFill>
                  <a:srgbClr val="404040"/>
                </a:solidFill>
                <a:latin typeface="Arial"/>
                <a:cs typeface="Arial"/>
              </a:rPr>
              <a:t> </a:t>
            </a:r>
            <a:r>
              <a:rPr sz="1800" dirty="0">
                <a:solidFill>
                  <a:srgbClr val="404040"/>
                </a:solidFill>
                <a:latin typeface="Arial"/>
                <a:cs typeface="Arial"/>
              </a:rPr>
              <a:t>Adherence</a:t>
            </a:r>
            <a:r>
              <a:rPr sz="1800" spc="55" dirty="0">
                <a:solidFill>
                  <a:srgbClr val="404040"/>
                </a:solidFill>
                <a:latin typeface="Arial"/>
                <a:cs typeface="Arial"/>
              </a:rPr>
              <a:t> </a:t>
            </a:r>
            <a:r>
              <a:rPr sz="1800" dirty="0">
                <a:solidFill>
                  <a:srgbClr val="404040"/>
                </a:solidFill>
                <a:latin typeface="Arial"/>
                <a:cs typeface="Arial"/>
              </a:rPr>
              <a:t>Tracker</a:t>
            </a:r>
            <a:r>
              <a:rPr sz="1800" spc="55" dirty="0">
                <a:solidFill>
                  <a:srgbClr val="404040"/>
                </a:solidFill>
                <a:latin typeface="Arial"/>
                <a:cs typeface="Arial"/>
              </a:rPr>
              <a:t> </a:t>
            </a:r>
            <a:r>
              <a:rPr sz="1800" dirty="0">
                <a:solidFill>
                  <a:srgbClr val="404040"/>
                </a:solidFill>
                <a:latin typeface="Arial"/>
                <a:cs typeface="Arial"/>
              </a:rPr>
              <a:t>designed</a:t>
            </a:r>
            <a:r>
              <a:rPr sz="1800" spc="50" dirty="0">
                <a:solidFill>
                  <a:srgbClr val="404040"/>
                </a:solidFill>
                <a:latin typeface="Arial"/>
                <a:cs typeface="Arial"/>
              </a:rPr>
              <a:t> </a:t>
            </a:r>
            <a:r>
              <a:rPr sz="1800" dirty="0">
                <a:solidFill>
                  <a:srgbClr val="404040"/>
                </a:solidFill>
                <a:latin typeface="Arial"/>
                <a:cs typeface="Arial"/>
              </a:rPr>
              <a:t>to</a:t>
            </a:r>
            <a:r>
              <a:rPr sz="1800" spc="50" dirty="0">
                <a:solidFill>
                  <a:srgbClr val="404040"/>
                </a:solidFill>
                <a:latin typeface="Arial"/>
                <a:cs typeface="Arial"/>
              </a:rPr>
              <a:t> </a:t>
            </a:r>
            <a:r>
              <a:rPr sz="1800" dirty="0">
                <a:solidFill>
                  <a:srgbClr val="404040"/>
                </a:solidFill>
                <a:latin typeface="Arial"/>
                <a:cs typeface="Arial"/>
              </a:rPr>
              <a:t>help</a:t>
            </a:r>
            <a:r>
              <a:rPr sz="1800" spc="55" dirty="0">
                <a:solidFill>
                  <a:srgbClr val="404040"/>
                </a:solidFill>
                <a:latin typeface="Arial"/>
                <a:cs typeface="Arial"/>
              </a:rPr>
              <a:t> </a:t>
            </a:r>
            <a:r>
              <a:rPr sz="1800" dirty="0">
                <a:solidFill>
                  <a:srgbClr val="404040"/>
                </a:solidFill>
                <a:latin typeface="Arial"/>
                <a:cs typeface="Arial"/>
              </a:rPr>
              <a:t>chronic</a:t>
            </a:r>
            <a:r>
              <a:rPr sz="1800" spc="55" dirty="0">
                <a:solidFill>
                  <a:srgbClr val="404040"/>
                </a:solidFill>
                <a:latin typeface="Arial"/>
                <a:cs typeface="Arial"/>
              </a:rPr>
              <a:t> </a:t>
            </a:r>
            <a:r>
              <a:rPr sz="1800" dirty="0">
                <a:solidFill>
                  <a:srgbClr val="404040"/>
                </a:solidFill>
                <a:latin typeface="Arial"/>
                <a:cs typeface="Arial"/>
              </a:rPr>
              <a:t>disease</a:t>
            </a:r>
            <a:r>
              <a:rPr sz="1800" spc="55" dirty="0">
                <a:solidFill>
                  <a:srgbClr val="404040"/>
                </a:solidFill>
                <a:latin typeface="Arial"/>
                <a:cs typeface="Arial"/>
              </a:rPr>
              <a:t> </a:t>
            </a:r>
            <a:r>
              <a:rPr sz="1800" dirty="0">
                <a:solidFill>
                  <a:srgbClr val="404040"/>
                </a:solidFill>
                <a:latin typeface="Arial"/>
                <a:cs typeface="Arial"/>
              </a:rPr>
              <a:t>patients</a:t>
            </a:r>
            <a:r>
              <a:rPr sz="1800" spc="60" dirty="0">
                <a:solidFill>
                  <a:srgbClr val="404040"/>
                </a:solidFill>
                <a:latin typeface="Arial"/>
                <a:cs typeface="Arial"/>
              </a:rPr>
              <a:t> </a:t>
            </a:r>
            <a:r>
              <a:rPr sz="1800" spc="-20" dirty="0">
                <a:solidFill>
                  <a:srgbClr val="404040"/>
                </a:solidFill>
                <a:latin typeface="Arial"/>
                <a:cs typeface="Arial"/>
              </a:rPr>
              <a:t>take 	</a:t>
            </a:r>
            <a:r>
              <a:rPr sz="1800" dirty="0">
                <a:solidFill>
                  <a:srgbClr val="404040"/>
                </a:solidFill>
                <a:latin typeface="Arial"/>
                <a:cs typeface="Arial"/>
              </a:rPr>
              <a:t>their</a:t>
            </a:r>
            <a:r>
              <a:rPr sz="1800" spc="-40" dirty="0">
                <a:solidFill>
                  <a:srgbClr val="404040"/>
                </a:solidFill>
                <a:latin typeface="Arial"/>
                <a:cs typeface="Arial"/>
              </a:rPr>
              <a:t> </a:t>
            </a:r>
            <a:r>
              <a:rPr sz="1800" dirty="0">
                <a:solidFill>
                  <a:srgbClr val="404040"/>
                </a:solidFill>
                <a:latin typeface="Arial"/>
                <a:cs typeface="Arial"/>
              </a:rPr>
              <a:t>medications</a:t>
            </a:r>
            <a:r>
              <a:rPr sz="1800" spc="-5" dirty="0">
                <a:solidFill>
                  <a:srgbClr val="404040"/>
                </a:solidFill>
                <a:latin typeface="Arial"/>
                <a:cs typeface="Arial"/>
              </a:rPr>
              <a:t> </a:t>
            </a:r>
            <a:r>
              <a:rPr sz="1800" dirty="0">
                <a:solidFill>
                  <a:srgbClr val="404040"/>
                </a:solidFill>
                <a:latin typeface="Arial"/>
                <a:cs typeface="Arial"/>
              </a:rPr>
              <a:t>on</a:t>
            </a:r>
            <a:r>
              <a:rPr sz="1800" spc="-30" dirty="0">
                <a:solidFill>
                  <a:srgbClr val="404040"/>
                </a:solidFill>
                <a:latin typeface="Arial"/>
                <a:cs typeface="Arial"/>
              </a:rPr>
              <a:t> </a:t>
            </a:r>
            <a:r>
              <a:rPr sz="1800" dirty="0">
                <a:solidFill>
                  <a:srgbClr val="404040"/>
                </a:solidFill>
                <a:latin typeface="Arial"/>
                <a:cs typeface="Arial"/>
              </a:rPr>
              <a:t>time</a:t>
            </a:r>
            <a:r>
              <a:rPr sz="1800" spc="-30" dirty="0">
                <a:solidFill>
                  <a:srgbClr val="404040"/>
                </a:solidFill>
                <a:latin typeface="Arial"/>
                <a:cs typeface="Arial"/>
              </a:rPr>
              <a:t> </a:t>
            </a:r>
            <a:r>
              <a:rPr sz="1800" dirty="0">
                <a:solidFill>
                  <a:srgbClr val="404040"/>
                </a:solidFill>
                <a:latin typeface="Arial"/>
                <a:cs typeface="Arial"/>
              </a:rPr>
              <a:t>and</a:t>
            </a:r>
            <a:r>
              <a:rPr sz="1800" spc="-15" dirty="0">
                <a:solidFill>
                  <a:srgbClr val="404040"/>
                </a:solidFill>
                <a:latin typeface="Arial"/>
                <a:cs typeface="Arial"/>
              </a:rPr>
              <a:t> </a:t>
            </a:r>
            <a:r>
              <a:rPr sz="1800" dirty="0">
                <a:solidFill>
                  <a:srgbClr val="404040"/>
                </a:solidFill>
                <a:latin typeface="Arial"/>
                <a:cs typeface="Arial"/>
              </a:rPr>
              <a:t>enable</a:t>
            </a:r>
            <a:r>
              <a:rPr sz="1800" spc="-15" dirty="0">
                <a:solidFill>
                  <a:srgbClr val="404040"/>
                </a:solidFill>
                <a:latin typeface="Arial"/>
                <a:cs typeface="Arial"/>
              </a:rPr>
              <a:t> </a:t>
            </a:r>
            <a:r>
              <a:rPr sz="1800" dirty="0">
                <a:solidFill>
                  <a:srgbClr val="404040"/>
                </a:solidFill>
                <a:latin typeface="Arial"/>
                <a:cs typeface="Arial"/>
              </a:rPr>
              <a:t>authorized</a:t>
            </a:r>
            <a:r>
              <a:rPr sz="1800" spc="-15" dirty="0">
                <a:solidFill>
                  <a:srgbClr val="404040"/>
                </a:solidFill>
                <a:latin typeface="Arial"/>
                <a:cs typeface="Arial"/>
              </a:rPr>
              <a:t> </a:t>
            </a:r>
            <a:r>
              <a:rPr sz="1800" dirty="0">
                <a:solidFill>
                  <a:srgbClr val="404040"/>
                </a:solidFill>
                <a:latin typeface="Arial"/>
                <a:cs typeface="Arial"/>
              </a:rPr>
              <a:t>caregivers</a:t>
            </a:r>
            <a:r>
              <a:rPr sz="1800" spc="-10" dirty="0">
                <a:solidFill>
                  <a:srgbClr val="404040"/>
                </a:solidFill>
                <a:latin typeface="Arial"/>
                <a:cs typeface="Arial"/>
              </a:rPr>
              <a:t> </a:t>
            </a:r>
            <a:r>
              <a:rPr sz="1800" dirty="0">
                <a:solidFill>
                  <a:srgbClr val="404040"/>
                </a:solidFill>
                <a:latin typeface="Arial"/>
                <a:cs typeface="Arial"/>
              </a:rPr>
              <a:t>and</a:t>
            </a:r>
            <a:r>
              <a:rPr sz="1800" spc="-30" dirty="0">
                <a:solidFill>
                  <a:srgbClr val="404040"/>
                </a:solidFill>
                <a:latin typeface="Arial"/>
                <a:cs typeface="Arial"/>
              </a:rPr>
              <a:t> </a:t>
            </a:r>
            <a:r>
              <a:rPr sz="1800" dirty="0">
                <a:solidFill>
                  <a:srgbClr val="404040"/>
                </a:solidFill>
                <a:latin typeface="Arial"/>
                <a:cs typeface="Arial"/>
              </a:rPr>
              <a:t>doctors</a:t>
            </a:r>
            <a:r>
              <a:rPr sz="1800" spc="-15" dirty="0">
                <a:solidFill>
                  <a:srgbClr val="404040"/>
                </a:solidFill>
                <a:latin typeface="Arial"/>
                <a:cs typeface="Arial"/>
              </a:rPr>
              <a:t> </a:t>
            </a:r>
            <a:r>
              <a:rPr sz="1800" dirty="0">
                <a:solidFill>
                  <a:srgbClr val="404040"/>
                </a:solidFill>
                <a:latin typeface="Arial"/>
                <a:cs typeface="Arial"/>
              </a:rPr>
              <a:t>to</a:t>
            </a:r>
            <a:r>
              <a:rPr sz="1800" spc="-40" dirty="0">
                <a:solidFill>
                  <a:srgbClr val="404040"/>
                </a:solidFill>
                <a:latin typeface="Arial"/>
                <a:cs typeface="Arial"/>
              </a:rPr>
              <a:t> </a:t>
            </a:r>
            <a:r>
              <a:rPr sz="1800" dirty="0">
                <a:solidFill>
                  <a:srgbClr val="404040"/>
                </a:solidFill>
                <a:latin typeface="Arial"/>
                <a:cs typeface="Arial"/>
              </a:rPr>
              <a:t>monitor</a:t>
            </a:r>
            <a:r>
              <a:rPr sz="1800" spc="-20" dirty="0">
                <a:solidFill>
                  <a:srgbClr val="404040"/>
                </a:solidFill>
                <a:latin typeface="Arial"/>
                <a:cs typeface="Arial"/>
              </a:rPr>
              <a:t> </a:t>
            </a:r>
            <a:r>
              <a:rPr sz="1800" dirty="0">
                <a:solidFill>
                  <a:srgbClr val="404040"/>
                </a:solidFill>
                <a:latin typeface="Arial"/>
                <a:cs typeface="Arial"/>
              </a:rPr>
              <a:t>their</a:t>
            </a:r>
            <a:r>
              <a:rPr sz="1800" spc="-25" dirty="0">
                <a:solidFill>
                  <a:srgbClr val="404040"/>
                </a:solidFill>
                <a:latin typeface="Arial"/>
                <a:cs typeface="Arial"/>
              </a:rPr>
              <a:t> </a:t>
            </a:r>
            <a:r>
              <a:rPr sz="1800" spc="-10" dirty="0">
                <a:solidFill>
                  <a:srgbClr val="404040"/>
                </a:solidFill>
                <a:latin typeface="Arial"/>
                <a:cs typeface="Arial"/>
              </a:rPr>
              <a:t>adherence.</a:t>
            </a:r>
            <a:endParaRPr sz="1800" dirty="0">
              <a:latin typeface="Arial"/>
              <a:cs typeface="Arial"/>
            </a:endParaRPr>
          </a:p>
          <a:p>
            <a:pPr marL="317500" marR="15875" indent="-305435" algn="just">
              <a:lnSpc>
                <a:spcPct val="110000"/>
              </a:lnSpc>
              <a:spcBef>
                <a:spcPts val="1035"/>
              </a:spcBef>
              <a:buClr>
                <a:srgbClr val="1CACE3"/>
              </a:buClr>
              <a:buSzPct val="91666"/>
              <a:buFont typeface="Cambria"/>
              <a:buChar char="◾"/>
              <a:tabLst>
                <a:tab pos="318770" algn="l"/>
              </a:tabLst>
            </a:pPr>
            <a:r>
              <a:rPr sz="1800" dirty="0">
                <a:solidFill>
                  <a:srgbClr val="404040"/>
                </a:solidFill>
                <a:latin typeface="Arial"/>
                <a:cs typeface="Arial"/>
              </a:rPr>
              <a:t>The</a:t>
            </a:r>
            <a:r>
              <a:rPr sz="1800" spc="300" dirty="0">
                <a:solidFill>
                  <a:srgbClr val="404040"/>
                </a:solidFill>
                <a:latin typeface="Arial"/>
                <a:cs typeface="Arial"/>
              </a:rPr>
              <a:t> </a:t>
            </a:r>
            <a:r>
              <a:rPr sz="1800" dirty="0">
                <a:solidFill>
                  <a:srgbClr val="404040"/>
                </a:solidFill>
                <a:latin typeface="Arial"/>
                <a:cs typeface="Arial"/>
              </a:rPr>
              <a:t>system</a:t>
            </a:r>
            <a:r>
              <a:rPr sz="1800" spc="335" dirty="0">
                <a:solidFill>
                  <a:srgbClr val="404040"/>
                </a:solidFill>
                <a:latin typeface="Arial"/>
                <a:cs typeface="Arial"/>
              </a:rPr>
              <a:t> </a:t>
            </a:r>
            <a:r>
              <a:rPr sz="1800" dirty="0">
                <a:solidFill>
                  <a:srgbClr val="404040"/>
                </a:solidFill>
                <a:latin typeface="Arial"/>
                <a:cs typeface="Arial"/>
              </a:rPr>
              <a:t>will</a:t>
            </a:r>
            <a:r>
              <a:rPr sz="1800" spc="310" dirty="0">
                <a:solidFill>
                  <a:srgbClr val="404040"/>
                </a:solidFill>
                <a:latin typeface="Arial"/>
                <a:cs typeface="Arial"/>
              </a:rPr>
              <a:t> </a:t>
            </a:r>
            <a:r>
              <a:rPr sz="1800" dirty="0">
                <a:solidFill>
                  <a:srgbClr val="404040"/>
                </a:solidFill>
                <a:latin typeface="Arial"/>
                <a:cs typeface="Arial"/>
              </a:rPr>
              <a:t>provide</a:t>
            </a:r>
            <a:r>
              <a:rPr sz="1800" spc="315" dirty="0">
                <a:solidFill>
                  <a:srgbClr val="404040"/>
                </a:solidFill>
                <a:latin typeface="Arial"/>
                <a:cs typeface="Arial"/>
              </a:rPr>
              <a:t> </a:t>
            </a:r>
            <a:r>
              <a:rPr sz="1800" dirty="0">
                <a:solidFill>
                  <a:srgbClr val="404040"/>
                </a:solidFill>
                <a:latin typeface="Arial"/>
                <a:cs typeface="Arial"/>
              </a:rPr>
              <a:t>a</a:t>
            </a:r>
            <a:r>
              <a:rPr sz="1800" spc="310" dirty="0">
                <a:solidFill>
                  <a:srgbClr val="404040"/>
                </a:solidFill>
                <a:latin typeface="Arial"/>
                <a:cs typeface="Arial"/>
              </a:rPr>
              <a:t> </a:t>
            </a:r>
            <a:r>
              <a:rPr sz="1800" spc="-10" dirty="0">
                <a:solidFill>
                  <a:srgbClr val="404040"/>
                </a:solidFill>
                <a:latin typeface="Arial"/>
                <a:cs typeface="Arial"/>
              </a:rPr>
              <a:t>patient-</a:t>
            </a:r>
            <a:r>
              <a:rPr sz="1800" dirty="0">
                <a:solidFill>
                  <a:srgbClr val="404040"/>
                </a:solidFill>
                <a:latin typeface="Arial"/>
                <a:cs typeface="Arial"/>
              </a:rPr>
              <a:t>facing</a:t>
            </a:r>
            <a:r>
              <a:rPr sz="1800" spc="315" dirty="0">
                <a:solidFill>
                  <a:srgbClr val="404040"/>
                </a:solidFill>
                <a:latin typeface="Arial"/>
                <a:cs typeface="Arial"/>
              </a:rPr>
              <a:t> </a:t>
            </a:r>
            <a:r>
              <a:rPr sz="1800" dirty="0">
                <a:solidFill>
                  <a:srgbClr val="404040"/>
                </a:solidFill>
                <a:latin typeface="Arial"/>
                <a:cs typeface="Arial"/>
              </a:rPr>
              <a:t>application</a:t>
            </a:r>
            <a:r>
              <a:rPr sz="1800" spc="335" dirty="0">
                <a:solidFill>
                  <a:srgbClr val="404040"/>
                </a:solidFill>
                <a:latin typeface="Arial"/>
                <a:cs typeface="Arial"/>
              </a:rPr>
              <a:t> </a:t>
            </a:r>
            <a:r>
              <a:rPr sz="1800" dirty="0">
                <a:solidFill>
                  <a:srgbClr val="404040"/>
                </a:solidFill>
                <a:latin typeface="Arial"/>
                <a:cs typeface="Arial"/>
              </a:rPr>
              <a:t>where</a:t>
            </a:r>
            <a:r>
              <a:rPr sz="1800" spc="315" dirty="0">
                <a:solidFill>
                  <a:srgbClr val="404040"/>
                </a:solidFill>
                <a:latin typeface="Arial"/>
                <a:cs typeface="Arial"/>
              </a:rPr>
              <a:t> </a:t>
            </a:r>
            <a:r>
              <a:rPr sz="1800" dirty="0">
                <a:solidFill>
                  <a:srgbClr val="404040"/>
                </a:solidFill>
                <a:latin typeface="Arial"/>
                <a:cs typeface="Arial"/>
              </a:rPr>
              <a:t>users</a:t>
            </a:r>
            <a:r>
              <a:rPr sz="1800" spc="320" dirty="0">
                <a:solidFill>
                  <a:srgbClr val="404040"/>
                </a:solidFill>
                <a:latin typeface="Arial"/>
                <a:cs typeface="Arial"/>
              </a:rPr>
              <a:t> </a:t>
            </a:r>
            <a:r>
              <a:rPr sz="1800" dirty="0">
                <a:solidFill>
                  <a:srgbClr val="404040"/>
                </a:solidFill>
                <a:latin typeface="Arial"/>
                <a:cs typeface="Arial"/>
              </a:rPr>
              <a:t>can</a:t>
            </a:r>
            <a:r>
              <a:rPr sz="1800" spc="315" dirty="0">
                <a:solidFill>
                  <a:srgbClr val="404040"/>
                </a:solidFill>
                <a:latin typeface="Arial"/>
                <a:cs typeface="Arial"/>
              </a:rPr>
              <a:t> </a:t>
            </a:r>
            <a:r>
              <a:rPr sz="1800" dirty="0">
                <a:solidFill>
                  <a:srgbClr val="404040"/>
                </a:solidFill>
                <a:latin typeface="Arial"/>
                <a:cs typeface="Arial"/>
              </a:rPr>
              <a:t>add</a:t>
            </a:r>
            <a:r>
              <a:rPr sz="1800" spc="310" dirty="0">
                <a:solidFill>
                  <a:srgbClr val="404040"/>
                </a:solidFill>
                <a:latin typeface="Arial"/>
                <a:cs typeface="Arial"/>
              </a:rPr>
              <a:t> </a:t>
            </a:r>
            <a:r>
              <a:rPr sz="1800" dirty="0">
                <a:solidFill>
                  <a:srgbClr val="404040"/>
                </a:solidFill>
                <a:latin typeface="Arial"/>
                <a:cs typeface="Arial"/>
              </a:rPr>
              <a:t>medication</a:t>
            </a:r>
            <a:r>
              <a:rPr sz="1800" spc="325" dirty="0">
                <a:solidFill>
                  <a:srgbClr val="404040"/>
                </a:solidFill>
                <a:latin typeface="Arial"/>
                <a:cs typeface="Arial"/>
              </a:rPr>
              <a:t> </a:t>
            </a:r>
            <a:r>
              <a:rPr sz="1800" dirty="0">
                <a:solidFill>
                  <a:srgbClr val="404040"/>
                </a:solidFill>
                <a:latin typeface="Arial"/>
                <a:cs typeface="Arial"/>
              </a:rPr>
              <a:t>details</a:t>
            </a:r>
            <a:r>
              <a:rPr sz="1800" spc="320" dirty="0">
                <a:solidFill>
                  <a:srgbClr val="404040"/>
                </a:solidFill>
                <a:latin typeface="Arial"/>
                <a:cs typeface="Arial"/>
              </a:rPr>
              <a:t> </a:t>
            </a:r>
            <a:r>
              <a:rPr sz="1800" dirty="0">
                <a:solidFill>
                  <a:srgbClr val="404040"/>
                </a:solidFill>
                <a:latin typeface="Arial"/>
                <a:cs typeface="Arial"/>
              </a:rPr>
              <a:t>such</a:t>
            </a:r>
            <a:r>
              <a:rPr sz="1800" spc="320" dirty="0">
                <a:solidFill>
                  <a:srgbClr val="404040"/>
                </a:solidFill>
                <a:latin typeface="Arial"/>
                <a:cs typeface="Arial"/>
              </a:rPr>
              <a:t> </a:t>
            </a:r>
            <a:r>
              <a:rPr sz="1800" spc="-25" dirty="0">
                <a:solidFill>
                  <a:srgbClr val="404040"/>
                </a:solidFill>
                <a:latin typeface="Arial"/>
                <a:cs typeface="Arial"/>
              </a:rPr>
              <a:t>as 	</a:t>
            </a:r>
            <a:r>
              <a:rPr sz="1800" dirty="0">
                <a:solidFill>
                  <a:srgbClr val="404040"/>
                </a:solidFill>
                <a:latin typeface="Arial"/>
                <a:cs typeface="Arial"/>
              </a:rPr>
              <a:t>medicine</a:t>
            </a:r>
            <a:r>
              <a:rPr sz="1800" spc="165" dirty="0">
                <a:solidFill>
                  <a:srgbClr val="404040"/>
                </a:solidFill>
                <a:latin typeface="Arial"/>
                <a:cs typeface="Arial"/>
              </a:rPr>
              <a:t> </a:t>
            </a:r>
            <a:r>
              <a:rPr sz="1800" dirty="0">
                <a:solidFill>
                  <a:srgbClr val="404040"/>
                </a:solidFill>
                <a:latin typeface="Arial"/>
                <a:cs typeface="Arial"/>
              </a:rPr>
              <a:t>name,</a:t>
            </a:r>
            <a:r>
              <a:rPr sz="1800" spc="165" dirty="0">
                <a:solidFill>
                  <a:srgbClr val="404040"/>
                </a:solidFill>
                <a:latin typeface="Arial"/>
                <a:cs typeface="Arial"/>
              </a:rPr>
              <a:t> </a:t>
            </a:r>
            <a:r>
              <a:rPr sz="1800" dirty="0">
                <a:solidFill>
                  <a:srgbClr val="404040"/>
                </a:solidFill>
                <a:latin typeface="Arial"/>
                <a:cs typeface="Arial"/>
              </a:rPr>
              <a:t>dosage,</a:t>
            </a:r>
            <a:r>
              <a:rPr sz="1800" spc="165" dirty="0">
                <a:solidFill>
                  <a:srgbClr val="404040"/>
                </a:solidFill>
                <a:latin typeface="Arial"/>
                <a:cs typeface="Arial"/>
              </a:rPr>
              <a:t> </a:t>
            </a:r>
            <a:r>
              <a:rPr sz="1800" dirty="0">
                <a:solidFill>
                  <a:srgbClr val="404040"/>
                </a:solidFill>
                <a:latin typeface="Arial"/>
                <a:cs typeface="Arial"/>
              </a:rPr>
              <a:t>frequency,</a:t>
            </a:r>
            <a:r>
              <a:rPr sz="1800" spc="170" dirty="0">
                <a:solidFill>
                  <a:srgbClr val="404040"/>
                </a:solidFill>
                <a:latin typeface="Arial"/>
                <a:cs typeface="Arial"/>
              </a:rPr>
              <a:t> </a:t>
            </a:r>
            <a:r>
              <a:rPr sz="1800" dirty="0">
                <a:solidFill>
                  <a:srgbClr val="404040"/>
                </a:solidFill>
                <a:latin typeface="Arial"/>
                <a:cs typeface="Arial"/>
              </a:rPr>
              <a:t>and</a:t>
            </a:r>
            <a:r>
              <a:rPr sz="1800" spc="160" dirty="0">
                <a:solidFill>
                  <a:srgbClr val="404040"/>
                </a:solidFill>
                <a:latin typeface="Arial"/>
                <a:cs typeface="Arial"/>
              </a:rPr>
              <a:t> </a:t>
            </a:r>
            <a:r>
              <a:rPr sz="1800" dirty="0">
                <a:solidFill>
                  <a:srgbClr val="404040"/>
                </a:solidFill>
                <a:latin typeface="Arial"/>
                <a:cs typeface="Arial"/>
              </a:rPr>
              <a:t>duration.</a:t>
            </a:r>
            <a:r>
              <a:rPr sz="1800" spc="170" dirty="0">
                <a:solidFill>
                  <a:srgbClr val="404040"/>
                </a:solidFill>
                <a:latin typeface="Arial"/>
                <a:cs typeface="Arial"/>
              </a:rPr>
              <a:t> </a:t>
            </a:r>
            <a:r>
              <a:rPr sz="1800" dirty="0">
                <a:solidFill>
                  <a:srgbClr val="404040"/>
                </a:solidFill>
                <a:latin typeface="Arial"/>
                <a:cs typeface="Arial"/>
              </a:rPr>
              <a:t>Patients</a:t>
            </a:r>
            <a:r>
              <a:rPr sz="1800" spc="165" dirty="0">
                <a:solidFill>
                  <a:srgbClr val="404040"/>
                </a:solidFill>
                <a:latin typeface="Arial"/>
                <a:cs typeface="Arial"/>
              </a:rPr>
              <a:t> </a:t>
            </a:r>
            <a:r>
              <a:rPr sz="1800" dirty="0">
                <a:solidFill>
                  <a:srgbClr val="404040"/>
                </a:solidFill>
                <a:latin typeface="Arial"/>
                <a:cs typeface="Arial"/>
              </a:rPr>
              <a:t>can</a:t>
            </a:r>
            <a:r>
              <a:rPr sz="1800" spc="160" dirty="0">
                <a:solidFill>
                  <a:srgbClr val="404040"/>
                </a:solidFill>
                <a:latin typeface="Arial"/>
                <a:cs typeface="Arial"/>
              </a:rPr>
              <a:t> </a:t>
            </a:r>
            <a:r>
              <a:rPr sz="1800" dirty="0">
                <a:solidFill>
                  <a:srgbClr val="404040"/>
                </a:solidFill>
                <a:latin typeface="Arial"/>
                <a:cs typeface="Arial"/>
              </a:rPr>
              <a:t>record</a:t>
            </a:r>
            <a:r>
              <a:rPr sz="1800" spc="185" dirty="0">
                <a:solidFill>
                  <a:srgbClr val="404040"/>
                </a:solidFill>
                <a:latin typeface="Arial"/>
                <a:cs typeface="Arial"/>
              </a:rPr>
              <a:t> </a:t>
            </a:r>
            <a:r>
              <a:rPr sz="1800" dirty="0">
                <a:solidFill>
                  <a:srgbClr val="404040"/>
                </a:solidFill>
                <a:latin typeface="Arial"/>
                <a:cs typeface="Arial"/>
              </a:rPr>
              <a:t>each</a:t>
            </a:r>
            <a:r>
              <a:rPr sz="1800" spc="160" dirty="0">
                <a:solidFill>
                  <a:srgbClr val="404040"/>
                </a:solidFill>
                <a:latin typeface="Arial"/>
                <a:cs typeface="Arial"/>
              </a:rPr>
              <a:t> </a:t>
            </a:r>
            <a:r>
              <a:rPr sz="1800" dirty="0">
                <a:solidFill>
                  <a:srgbClr val="404040"/>
                </a:solidFill>
                <a:latin typeface="Arial"/>
                <a:cs typeface="Arial"/>
              </a:rPr>
              <a:t>dose</a:t>
            </a:r>
            <a:r>
              <a:rPr sz="1800" spc="160" dirty="0">
                <a:solidFill>
                  <a:srgbClr val="404040"/>
                </a:solidFill>
                <a:latin typeface="Arial"/>
                <a:cs typeface="Arial"/>
              </a:rPr>
              <a:t> </a:t>
            </a:r>
            <a:r>
              <a:rPr sz="1800" dirty="0">
                <a:solidFill>
                  <a:srgbClr val="404040"/>
                </a:solidFill>
                <a:latin typeface="Arial"/>
                <a:cs typeface="Arial"/>
              </a:rPr>
              <a:t>as</a:t>
            </a:r>
            <a:r>
              <a:rPr sz="1800" spc="190" dirty="0">
                <a:solidFill>
                  <a:srgbClr val="404040"/>
                </a:solidFill>
                <a:latin typeface="Arial"/>
                <a:cs typeface="Arial"/>
              </a:rPr>
              <a:t> </a:t>
            </a:r>
            <a:r>
              <a:rPr sz="1800" dirty="0">
                <a:solidFill>
                  <a:srgbClr val="404040"/>
                </a:solidFill>
                <a:latin typeface="Arial"/>
                <a:cs typeface="Arial"/>
              </a:rPr>
              <a:t>Taken,</a:t>
            </a:r>
            <a:r>
              <a:rPr sz="1800" spc="165" dirty="0">
                <a:solidFill>
                  <a:srgbClr val="404040"/>
                </a:solidFill>
                <a:latin typeface="Arial"/>
                <a:cs typeface="Arial"/>
              </a:rPr>
              <a:t> </a:t>
            </a:r>
            <a:r>
              <a:rPr sz="1800" dirty="0">
                <a:solidFill>
                  <a:srgbClr val="404040"/>
                </a:solidFill>
                <a:latin typeface="Arial"/>
                <a:cs typeface="Arial"/>
              </a:rPr>
              <a:t>Missed,</a:t>
            </a:r>
            <a:r>
              <a:rPr sz="1800" spc="155" dirty="0">
                <a:solidFill>
                  <a:srgbClr val="404040"/>
                </a:solidFill>
                <a:latin typeface="Arial"/>
                <a:cs typeface="Arial"/>
              </a:rPr>
              <a:t> </a:t>
            </a:r>
            <a:r>
              <a:rPr sz="1800" spc="-25" dirty="0">
                <a:solidFill>
                  <a:srgbClr val="404040"/>
                </a:solidFill>
                <a:latin typeface="Arial"/>
                <a:cs typeface="Arial"/>
              </a:rPr>
              <a:t>or 	</a:t>
            </a:r>
            <a:r>
              <a:rPr sz="1800" dirty="0">
                <a:solidFill>
                  <a:srgbClr val="404040"/>
                </a:solidFill>
                <a:latin typeface="Arial"/>
                <a:cs typeface="Arial"/>
              </a:rPr>
              <a:t>Skipped</a:t>
            </a:r>
            <a:r>
              <a:rPr sz="1800" spc="-35" dirty="0">
                <a:solidFill>
                  <a:srgbClr val="404040"/>
                </a:solidFill>
                <a:latin typeface="Arial"/>
                <a:cs typeface="Arial"/>
              </a:rPr>
              <a:t> </a:t>
            </a:r>
            <a:r>
              <a:rPr sz="1800" dirty="0">
                <a:solidFill>
                  <a:srgbClr val="404040"/>
                </a:solidFill>
                <a:latin typeface="Arial"/>
                <a:cs typeface="Arial"/>
              </a:rPr>
              <a:t>and</a:t>
            </a:r>
            <a:r>
              <a:rPr sz="1800" spc="-20" dirty="0">
                <a:solidFill>
                  <a:srgbClr val="404040"/>
                </a:solidFill>
                <a:latin typeface="Arial"/>
                <a:cs typeface="Arial"/>
              </a:rPr>
              <a:t> </a:t>
            </a:r>
            <a:r>
              <a:rPr sz="1800" dirty="0">
                <a:solidFill>
                  <a:srgbClr val="404040"/>
                </a:solidFill>
                <a:latin typeface="Arial"/>
                <a:cs typeface="Arial"/>
              </a:rPr>
              <a:t>receive</a:t>
            </a:r>
            <a:r>
              <a:rPr sz="1800" spc="-30" dirty="0">
                <a:solidFill>
                  <a:srgbClr val="404040"/>
                </a:solidFill>
                <a:latin typeface="Arial"/>
                <a:cs typeface="Arial"/>
              </a:rPr>
              <a:t> </a:t>
            </a:r>
            <a:r>
              <a:rPr sz="1800" dirty="0">
                <a:solidFill>
                  <a:srgbClr val="404040"/>
                </a:solidFill>
                <a:latin typeface="Arial"/>
                <a:cs typeface="Arial"/>
              </a:rPr>
              <a:t>reminders</a:t>
            </a:r>
            <a:r>
              <a:rPr sz="1800" spc="-20" dirty="0">
                <a:solidFill>
                  <a:srgbClr val="404040"/>
                </a:solidFill>
                <a:latin typeface="Arial"/>
                <a:cs typeface="Arial"/>
              </a:rPr>
              <a:t> </a:t>
            </a:r>
            <a:r>
              <a:rPr sz="1800" dirty="0">
                <a:solidFill>
                  <a:srgbClr val="404040"/>
                </a:solidFill>
                <a:latin typeface="Arial"/>
                <a:cs typeface="Arial"/>
              </a:rPr>
              <a:t>at</a:t>
            </a:r>
            <a:r>
              <a:rPr sz="1800" spc="-30" dirty="0">
                <a:solidFill>
                  <a:srgbClr val="404040"/>
                </a:solidFill>
                <a:latin typeface="Arial"/>
                <a:cs typeface="Arial"/>
              </a:rPr>
              <a:t> </a:t>
            </a:r>
            <a:r>
              <a:rPr sz="1800" dirty="0">
                <a:solidFill>
                  <a:srgbClr val="404040"/>
                </a:solidFill>
                <a:latin typeface="Arial"/>
                <a:cs typeface="Arial"/>
              </a:rPr>
              <a:t>scheduled</a:t>
            </a:r>
            <a:r>
              <a:rPr sz="1800" spc="-10" dirty="0">
                <a:solidFill>
                  <a:srgbClr val="404040"/>
                </a:solidFill>
                <a:latin typeface="Arial"/>
                <a:cs typeface="Arial"/>
              </a:rPr>
              <a:t> times.</a:t>
            </a:r>
            <a:endParaRPr sz="1800" dirty="0">
              <a:latin typeface="Arial"/>
              <a:cs typeface="Arial"/>
            </a:endParaRPr>
          </a:p>
          <a:p>
            <a:pPr marL="317500" marR="15875" indent="-305435" algn="just">
              <a:lnSpc>
                <a:spcPct val="110000"/>
              </a:lnSpc>
              <a:spcBef>
                <a:spcPts val="1030"/>
              </a:spcBef>
              <a:buClr>
                <a:srgbClr val="1CACE3"/>
              </a:buClr>
              <a:buSzPct val="91666"/>
              <a:buFont typeface="Cambria"/>
              <a:buChar char="◾"/>
              <a:tabLst>
                <a:tab pos="318770" algn="l"/>
              </a:tabLst>
            </a:pPr>
            <a:r>
              <a:rPr sz="1800" dirty="0">
                <a:solidFill>
                  <a:srgbClr val="404040"/>
                </a:solidFill>
                <a:latin typeface="Arial"/>
                <a:cs typeface="Arial"/>
              </a:rPr>
              <a:t>A  caregiver/doctor</a:t>
            </a:r>
            <a:r>
              <a:rPr sz="1800" spc="55" dirty="0">
                <a:solidFill>
                  <a:srgbClr val="404040"/>
                </a:solidFill>
                <a:latin typeface="Arial"/>
                <a:cs typeface="Arial"/>
              </a:rPr>
              <a:t>  </a:t>
            </a:r>
            <a:r>
              <a:rPr sz="1800" dirty="0">
                <a:solidFill>
                  <a:srgbClr val="404040"/>
                </a:solidFill>
                <a:latin typeface="Arial"/>
                <a:cs typeface="Arial"/>
              </a:rPr>
              <a:t>dashboard</a:t>
            </a:r>
            <a:r>
              <a:rPr sz="1800" spc="50" dirty="0">
                <a:solidFill>
                  <a:srgbClr val="404040"/>
                </a:solidFill>
                <a:latin typeface="Arial"/>
                <a:cs typeface="Arial"/>
              </a:rPr>
              <a:t>  </a:t>
            </a:r>
            <a:r>
              <a:rPr sz="1800" dirty="0">
                <a:solidFill>
                  <a:srgbClr val="404040"/>
                </a:solidFill>
                <a:latin typeface="Arial"/>
                <a:cs typeface="Arial"/>
              </a:rPr>
              <a:t>will</a:t>
            </a:r>
            <a:r>
              <a:rPr sz="1800" spc="50" dirty="0">
                <a:solidFill>
                  <a:srgbClr val="404040"/>
                </a:solidFill>
                <a:latin typeface="Arial"/>
                <a:cs typeface="Arial"/>
              </a:rPr>
              <a:t>  </a:t>
            </a:r>
            <a:r>
              <a:rPr sz="1800" dirty="0">
                <a:solidFill>
                  <a:srgbClr val="404040"/>
                </a:solidFill>
                <a:latin typeface="Arial"/>
                <a:cs typeface="Arial"/>
              </a:rPr>
              <a:t>provide</a:t>
            </a:r>
            <a:r>
              <a:rPr sz="1800" spc="50" dirty="0">
                <a:solidFill>
                  <a:srgbClr val="404040"/>
                </a:solidFill>
                <a:latin typeface="Arial"/>
                <a:cs typeface="Arial"/>
              </a:rPr>
              <a:t>  </a:t>
            </a:r>
            <a:r>
              <a:rPr sz="1800" dirty="0">
                <a:solidFill>
                  <a:srgbClr val="404040"/>
                </a:solidFill>
                <a:latin typeface="Arial"/>
                <a:cs typeface="Arial"/>
              </a:rPr>
              <a:t>authorized</a:t>
            </a:r>
            <a:r>
              <a:rPr sz="1800" spc="50" dirty="0">
                <a:solidFill>
                  <a:srgbClr val="404040"/>
                </a:solidFill>
                <a:latin typeface="Arial"/>
                <a:cs typeface="Arial"/>
              </a:rPr>
              <a:t>  </a:t>
            </a:r>
            <a:r>
              <a:rPr sz="1800" dirty="0">
                <a:solidFill>
                  <a:srgbClr val="404040"/>
                </a:solidFill>
                <a:latin typeface="Arial"/>
                <a:cs typeface="Arial"/>
              </a:rPr>
              <a:t>users</a:t>
            </a:r>
            <a:r>
              <a:rPr sz="1800" spc="55" dirty="0">
                <a:solidFill>
                  <a:srgbClr val="404040"/>
                </a:solidFill>
                <a:latin typeface="Arial"/>
                <a:cs typeface="Arial"/>
              </a:rPr>
              <a:t>  </a:t>
            </a:r>
            <a:r>
              <a:rPr sz="1800" dirty="0">
                <a:solidFill>
                  <a:srgbClr val="404040"/>
                </a:solidFill>
                <a:latin typeface="Arial"/>
                <a:cs typeface="Arial"/>
              </a:rPr>
              <a:t>with</a:t>
            </a:r>
            <a:r>
              <a:rPr sz="1800" spc="45" dirty="0">
                <a:solidFill>
                  <a:srgbClr val="404040"/>
                </a:solidFill>
                <a:latin typeface="Arial"/>
                <a:cs typeface="Arial"/>
              </a:rPr>
              <a:t>  </a:t>
            </a:r>
            <a:r>
              <a:rPr sz="1800" spc="-10" dirty="0">
                <a:solidFill>
                  <a:srgbClr val="404040"/>
                </a:solidFill>
                <a:latin typeface="Arial"/>
                <a:cs typeface="Arial"/>
              </a:rPr>
              <a:t>real-</a:t>
            </a:r>
            <a:r>
              <a:rPr sz="1800" dirty="0">
                <a:solidFill>
                  <a:srgbClr val="404040"/>
                </a:solidFill>
                <a:latin typeface="Arial"/>
                <a:cs typeface="Arial"/>
              </a:rPr>
              <a:t>time</a:t>
            </a:r>
            <a:r>
              <a:rPr sz="1800" spc="50" dirty="0">
                <a:solidFill>
                  <a:srgbClr val="404040"/>
                </a:solidFill>
                <a:latin typeface="Arial"/>
                <a:cs typeface="Arial"/>
              </a:rPr>
              <a:t>  </a:t>
            </a:r>
            <a:r>
              <a:rPr sz="1800" dirty="0">
                <a:solidFill>
                  <a:srgbClr val="404040"/>
                </a:solidFill>
                <a:latin typeface="Arial"/>
                <a:cs typeface="Arial"/>
              </a:rPr>
              <a:t>visibility</a:t>
            </a:r>
            <a:r>
              <a:rPr sz="1800" spc="45" dirty="0">
                <a:solidFill>
                  <a:srgbClr val="404040"/>
                </a:solidFill>
                <a:latin typeface="Arial"/>
                <a:cs typeface="Arial"/>
              </a:rPr>
              <a:t>  </a:t>
            </a:r>
            <a:r>
              <a:rPr sz="1800" dirty="0">
                <a:solidFill>
                  <a:srgbClr val="404040"/>
                </a:solidFill>
                <a:latin typeface="Arial"/>
                <a:cs typeface="Arial"/>
              </a:rPr>
              <a:t>into</a:t>
            </a:r>
            <a:r>
              <a:rPr sz="1800" spc="50" dirty="0">
                <a:solidFill>
                  <a:srgbClr val="404040"/>
                </a:solidFill>
                <a:latin typeface="Arial"/>
                <a:cs typeface="Arial"/>
              </a:rPr>
              <a:t>  </a:t>
            </a:r>
            <a:r>
              <a:rPr sz="1800" dirty="0">
                <a:solidFill>
                  <a:srgbClr val="404040"/>
                </a:solidFill>
                <a:latin typeface="Arial"/>
                <a:cs typeface="Arial"/>
              </a:rPr>
              <a:t>a</a:t>
            </a:r>
            <a:r>
              <a:rPr sz="1800" spc="45" dirty="0">
                <a:solidFill>
                  <a:srgbClr val="404040"/>
                </a:solidFill>
                <a:latin typeface="Arial"/>
                <a:cs typeface="Arial"/>
              </a:rPr>
              <a:t>  </a:t>
            </a:r>
            <a:r>
              <a:rPr sz="1800" spc="-10" dirty="0">
                <a:solidFill>
                  <a:srgbClr val="404040"/>
                </a:solidFill>
                <a:latin typeface="Arial"/>
                <a:cs typeface="Arial"/>
              </a:rPr>
              <a:t>patient's 	</a:t>
            </a:r>
            <a:r>
              <a:rPr sz="1800" dirty="0">
                <a:solidFill>
                  <a:srgbClr val="404040"/>
                </a:solidFill>
                <a:latin typeface="Arial"/>
                <a:cs typeface="Arial"/>
              </a:rPr>
              <a:t>medication</a:t>
            </a:r>
            <a:r>
              <a:rPr sz="1800" spc="-35" dirty="0">
                <a:solidFill>
                  <a:srgbClr val="404040"/>
                </a:solidFill>
                <a:latin typeface="Arial"/>
                <a:cs typeface="Arial"/>
              </a:rPr>
              <a:t> </a:t>
            </a:r>
            <a:r>
              <a:rPr sz="1800" dirty="0">
                <a:solidFill>
                  <a:srgbClr val="404040"/>
                </a:solidFill>
                <a:latin typeface="Arial"/>
                <a:cs typeface="Arial"/>
              </a:rPr>
              <a:t>adherence.</a:t>
            </a:r>
            <a:r>
              <a:rPr sz="1800" spc="-15" dirty="0">
                <a:solidFill>
                  <a:srgbClr val="404040"/>
                </a:solidFill>
                <a:latin typeface="Arial"/>
                <a:cs typeface="Arial"/>
              </a:rPr>
              <a:t> </a:t>
            </a:r>
            <a:r>
              <a:rPr sz="1800" dirty="0">
                <a:solidFill>
                  <a:srgbClr val="404040"/>
                </a:solidFill>
                <a:latin typeface="Arial"/>
                <a:cs typeface="Arial"/>
              </a:rPr>
              <a:t>The</a:t>
            </a:r>
            <a:r>
              <a:rPr sz="1800" spc="-30" dirty="0">
                <a:solidFill>
                  <a:srgbClr val="404040"/>
                </a:solidFill>
                <a:latin typeface="Arial"/>
                <a:cs typeface="Arial"/>
              </a:rPr>
              <a:t> </a:t>
            </a:r>
            <a:r>
              <a:rPr sz="1800" dirty="0">
                <a:solidFill>
                  <a:srgbClr val="404040"/>
                </a:solidFill>
                <a:latin typeface="Arial"/>
                <a:cs typeface="Arial"/>
              </a:rPr>
              <a:t>system</a:t>
            </a:r>
            <a:r>
              <a:rPr sz="1800" spc="-10" dirty="0">
                <a:solidFill>
                  <a:srgbClr val="404040"/>
                </a:solidFill>
                <a:latin typeface="Arial"/>
                <a:cs typeface="Arial"/>
              </a:rPr>
              <a:t> </a:t>
            </a:r>
            <a:r>
              <a:rPr sz="1800" dirty="0">
                <a:solidFill>
                  <a:srgbClr val="404040"/>
                </a:solidFill>
                <a:latin typeface="Arial"/>
                <a:cs typeface="Arial"/>
              </a:rPr>
              <a:t>will</a:t>
            </a:r>
            <a:r>
              <a:rPr sz="1800" spc="-25" dirty="0">
                <a:solidFill>
                  <a:srgbClr val="404040"/>
                </a:solidFill>
                <a:latin typeface="Arial"/>
                <a:cs typeface="Arial"/>
              </a:rPr>
              <a:t> </a:t>
            </a:r>
            <a:r>
              <a:rPr sz="1800" dirty="0">
                <a:solidFill>
                  <a:srgbClr val="404040"/>
                </a:solidFill>
                <a:latin typeface="Arial"/>
                <a:cs typeface="Arial"/>
              </a:rPr>
              <a:t>calculate</a:t>
            </a:r>
            <a:r>
              <a:rPr sz="1800" spc="-15" dirty="0">
                <a:solidFill>
                  <a:srgbClr val="404040"/>
                </a:solidFill>
                <a:latin typeface="Arial"/>
                <a:cs typeface="Arial"/>
              </a:rPr>
              <a:t> </a:t>
            </a:r>
            <a:r>
              <a:rPr sz="1800" dirty="0">
                <a:solidFill>
                  <a:srgbClr val="404040"/>
                </a:solidFill>
                <a:latin typeface="Arial"/>
                <a:cs typeface="Arial"/>
              </a:rPr>
              <a:t>adherence</a:t>
            </a:r>
            <a:r>
              <a:rPr sz="1800" spc="-15" dirty="0">
                <a:solidFill>
                  <a:srgbClr val="404040"/>
                </a:solidFill>
                <a:latin typeface="Arial"/>
                <a:cs typeface="Arial"/>
              </a:rPr>
              <a:t> </a:t>
            </a:r>
            <a:r>
              <a:rPr sz="1800" dirty="0">
                <a:solidFill>
                  <a:srgbClr val="404040"/>
                </a:solidFill>
                <a:latin typeface="Arial"/>
                <a:cs typeface="Arial"/>
              </a:rPr>
              <a:t>percentages</a:t>
            </a:r>
            <a:r>
              <a:rPr sz="1800" spc="-15" dirty="0">
                <a:solidFill>
                  <a:srgbClr val="404040"/>
                </a:solidFill>
                <a:latin typeface="Arial"/>
                <a:cs typeface="Arial"/>
              </a:rPr>
              <a:t> </a:t>
            </a:r>
            <a:r>
              <a:rPr sz="1800" dirty="0">
                <a:solidFill>
                  <a:srgbClr val="404040"/>
                </a:solidFill>
                <a:latin typeface="Arial"/>
                <a:cs typeface="Arial"/>
              </a:rPr>
              <a:t>and</a:t>
            </a:r>
            <a:r>
              <a:rPr sz="1800" spc="-20" dirty="0">
                <a:solidFill>
                  <a:srgbClr val="404040"/>
                </a:solidFill>
                <a:latin typeface="Arial"/>
                <a:cs typeface="Arial"/>
              </a:rPr>
              <a:t> </a:t>
            </a:r>
            <a:r>
              <a:rPr sz="1800" dirty="0">
                <a:solidFill>
                  <a:srgbClr val="404040"/>
                </a:solidFill>
                <a:latin typeface="Arial"/>
                <a:cs typeface="Arial"/>
              </a:rPr>
              <a:t>display</a:t>
            </a:r>
            <a:r>
              <a:rPr sz="1800" spc="-5" dirty="0">
                <a:solidFill>
                  <a:srgbClr val="404040"/>
                </a:solidFill>
                <a:latin typeface="Arial"/>
                <a:cs typeface="Arial"/>
              </a:rPr>
              <a:t> </a:t>
            </a:r>
            <a:r>
              <a:rPr sz="1800" dirty="0">
                <a:solidFill>
                  <a:srgbClr val="404040"/>
                </a:solidFill>
                <a:latin typeface="Arial"/>
                <a:cs typeface="Arial"/>
              </a:rPr>
              <a:t>weekly</a:t>
            </a:r>
            <a:r>
              <a:rPr sz="1800" spc="-25" dirty="0">
                <a:solidFill>
                  <a:srgbClr val="404040"/>
                </a:solidFill>
                <a:latin typeface="Arial"/>
                <a:cs typeface="Arial"/>
              </a:rPr>
              <a:t> </a:t>
            </a:r>
            <a:r>
              <a:rPr sz="1800" dirty="0">
                <a:solidFill>
                  <a:srgbClr val="404040"/>
                </a:solidFill>
                <a:latin typeface="Arial"/>
                <a:cs typeface="Arial"/>
              </a:rPr>
              <a:t>and</a:t>
            </a:r>
            <a:r>
              <a:rPr sz="1800" spc="-20" dirty="0">
                <a:solidFill>
                  <a:srgbClr val="404040"/>
                </a:solidFill>
                <a:latin typeface="Arial"/>
                <a:cs typeface="Arial"/>
              </a:rPr>
              <a:t> </a:t>
            </a:r>
            <a:r>
              <a:rPr sz="1800" spc="-10" dirty="0">
                <a:solidFill>
                  <a:srgbClr val="404040"/>
                </a:solidFill>
                <a:latin typeface="Arial"/>
                <a:cs typeface="Arial"/>
              </a:rPr>
              <a:t>monthly 	</a:t>
            </a:r>
            <a:r>
              <a:rPr sz="1800" dirty="0">
                <a:solidFill>
                  <a:srgbClr val="404040"/>
                </a:solidFill>
                <a:latin typeface="Arial"/>
                <a:cs typeface="Arial"/>
              </a:rPr>
              <a:t>trend</a:t>
            </a:r>
            <a:r>
              <a:rPr sz="1800" spc="-20" dirty="0">
                <a:solidFill>
                  <a:srgbClr val="404040"/>
                </a:solidFill>
                <a:latin typeface="Arial"/>
                <a:cs typeface="Arial"/>
              </a:rPr>
              <a:t> </a:t>
            </a:r>
            <a:r>
              <a:rPr sz="1800" dirty="0">
                <a:solidFill>
                  <a:srgbClr val="404040"/>
                </a:solidFill>
                <a:latin typeface="Arial"/>
                <a:cs typeface="Arial"/>
              </a:rPr>
              <a:t>charts</a:t>
            </a:r>
            <a:r>
              <a:rPr sz="1800" spc="-15" dirty="0">
                <a:solidFill>
                  <a:srgbClr val="404040"/>
                </a:solidFill>
                <a:latin typeface="Arial"/>
                <a:cs typeface="Arial"/>
              </a:rPr>
              <a:t> </a:t>
            </a:r>
            <a:r>
              <a:rPr sz="1800" dirty="0">
                <a:solidFill>
                  <a:srgbClr val="404040"/>
                </a:solidFill>
                <a:latin typeface="Arial"/>
                <a:cs typeface="Arial"/>
              </a:rPr>
              <a:t>to</a:t>
            </a:r>
            <a:r>
              <a:rPr sz="1800" spc="-20" dirty="0">
                <a:solidFill>
                  <a:srgbClr val="404040"/>
                </a:solidFill>
                <a:latin typeface="Arial"/>
                <a:cs typeface="Arial"/>
              </a:rPr>
              <a:t> </a:t>
            </a:r>
            <a:r>
              <a:rPr sz="1800" dirty="0">
                <a:solidFill>
                  <a:srgbClr val="404040"/>
                </a:solidFill>
                <a:latin typeface="Arial"/>
                <a:cs typeface="Arial"/>
              </a:rPr>
              <a:t>identify</a:t>
            </a:r>
            <a:r>
              <a:rPr sz="1800" spc="-5" dirty="0">
                <a:solidFill>
                  <a:srgbClr val="404040"/>
                </a:solidFill>
                <a:latin typeface="Arial"/>
                <a:cs typeface="Arial"/>
              </a:rPr>
              <a:t> </a:t>
            </a:r>
            <a:r>
              <a:rPr sz="1800" dirty="0">
                <a:solidFill>
                  <a:srgbClr val="404040"/>
                </a:solidFill>
                <a:latin typeface="Arial"/>
                <a:cs typeface="Arial"/>
              </a:rPr>
              <a:t>changes</a:t>
            </a:r>
            <a:r>
              <a:rPr sz="1800" spc="-5" dirty="0">
                <a:solidFill>
                  <a:srgbClr val="404040"/>
                </a:solidFill>
                <a:latin typeface="Arial"/>
                <a:cs typeface="Arial"/>
              </a:rPr>
              <a:t> </a:t>
            </a:r>
            <a:r>
              <a:rPr sz="1800" dirty="0">
                <a:solidFill>
                  <a:srgbClr val="404040"/>
                </a:solidFill>
                <a:latin typeface="Arial"/>
                <a:cs typeface="Arial"/>
              </a:rPr>
              <a:t>in</a:t>
            </a:r>
            <a:r>
              <a:rPr sz="1800" spc="-25" dirty="0">
                <a:solidFill>
                  <a:srgbClr val="404040"/>
                </a:solidFill>
                <a:latin typeface="Arial"/>
                <a:cs typeface="Arial"/>
              </a:rPr>
              <a:t> </a:t>
            </a:r>
            <a:r>
              <a:rPr sz="1800" spc="-10" dirty="0">
                <a:solidFill>
                  <a:srgbClr val="404040"/>
                </a:solidFill>
                <a:latin typeface="Arial"/>
                <a:cs typeface="Arial"/>
              </a:rPr>
              <a:t>medication-</a:t>
            </a:r>
            <a:r>
              <a:rPr sz="1800" dirty="0">
                <a:solidFill>
                  <a:srgbClr val="404040"/>
                </a:solidFill>
                <a:latin typeface="Arial"/>
                <a:cs typeface="Arial"/>
              </a:rPr>
              <a:t>taking</a:t>
            </a:r>
            <a:r>
              <a:rPr sz="1800" spc="15" dirty="0">
                <a:solidFill>
                  <a:srgbClr val="404040"/>
                </a:solidFill>
                <a:latin typeface="Arial"/>
                <a:cs typeface="Arial"/>
              </a:rPr>
              <a:t> </a:t>
            </a:r>
            <a:r>
              <a:rPr sz="1800" spc="-10" dirty="0">
                <a:solidFill>
                  <a:srgbClr val="404040"/>
                </a:solidFill>
                <a:latin typeface="Arial"/>
                <a:cs typeface="Arial"/>
              </a:rPr>
              <a:t>behavior.</a:t>
            </a:r>
            <a:endParaRPr sz="1800" dirty="0">
              <a:latin typeface="Arial"/>
              <a:cs typeface="Arial"/>
            </a:endParaRPr>
          </a:p>
          <a:p>
            <a:pPr marL="317500" marR="5080" indent="-305435" algn="just">
              <a:lnSpc>
                <a:spcPct val="110000"/>
              </a:lnSpc>
              <a:spcBef>
                <a:spcPts val="1035"/>
              </a:spcBef>
              <a:buClr>
                <a:srgbClr val="1CACE3"/>
              </a:buClr>
              <a:buSzPct val="91666"/>
              <a:buFont typeface="Cambria"/>
              <a:buChar char="◾"/>
              <a:tabLst>
                <a:tab pos="318770" algn="l"/>
              </a:tabLst>
            </a:pPr>
            <a:r>
              <a:rPr sz="1800" dirty="0">
                <a:solidFill>
                  <a:srgbClr val="404040"/>
                </a:solidFill>
                <a:latin typeface="Arial"/>
                <a:cs typeface="Arial"/>
              </a:rPr>
              <a:t>The</a:t>
            </a:r>
            <a:r>
              <a:rPr sz="1800" spc="165" dirty="0">
                <a:solidFill>
                  <a:srgbClr val="404040"/>
                </a:solidFill>
                <a:latin typeface="Arial"/>
                <a:cs typeface="Arial"/>
              </a:rPr>
              <a:t> </a:t>
            </a:r>
            <a:r>
              <a:rPr sz="1800" dirty="0">
                <a:solidFill>
                  <a:srgbClr val="404040"/>
                </a:solidFill>
                <a:latin typeface="Arial"/>
                <a:cs typeface="Arial"/>
              </a:rPr>
              <a:t>system</a:t>
            </a:r>
            <a:r>
              <a:rPr sz="1800" spc="195" dirty="0">
                <a:solidFill>
                  <a:srgbClr val="404040"/>
                </a:solidFill>
                <a:latin typeface="Arial"/>
                <a:cs typeface="Arial"/>
              </a:rPr>
              <a:t> </a:t>
            </a:r>
            <a:r>
              <a:rPr sz="1800" dirty="0">
                <a:solidFill>
                  <a:srgbClr val="404040"/>
                </a:solidFill>
                <a:latin typeface="Arial"/>
                <a:cs typeface="Arial"/>
              </a:rPr>
              <a:t>will</a:t>
            </a:r>
            <a:r>
              <a:rPr sz="1800" spc="160" dirty="0">
                <a:solidFill>
                  <a:srgbClr val="404040"/>
                </a:solidFill>
                <a:latin typeface="Arial"/>
                <a:cs typeface="Arial"/>
              </a:rPr>
              <a:t> </a:t>
            </a:r>
            <a:r>
              <a:rPr sz="1800" dirty="0">
                <a:solidFill>
                  <a:srgbClr val="404040"/>
                </a:solidFill>
                <a:latin typeface="Arial"/>
                <a:cs typeface="Arial"/>
              </a:rPr>
              <a:t>also</a:t>
            </a:r>
            <a:r>
              <a:rPr sz="1800" spc="170" dirty="0">
                <a:solidFill>
                  <a:srgbClr val="404040"/>
                </a:solidFill>
                <a:latin typeface="Arial"/>
                <a:cs typeface="Arial"/>
              </a:rPr>
              <a:t> </a:t>
            </a:r>
            <a:r>
              <a:rPr sz="1800" dirty="0">
                <a:solidFill>
                  <a:srgbClr val="404040"/>
                </a:solidFill>
                <a:latin typeface="Arial"/>
                <a:cs typeface="Arial"/>
              </a:rPr>
              <a:t>generate</a:t>
            </a:r>
            <a:r>
              <a:rPr sz="1800" spc="170" dirty="0">
                <a:solidFill>
                  <a:srgbClr val="404040"/>
                </a:solidFill>
                <a:latin typeface="Arial"/>
                <a:cs typeface="Arial"/>
              </a:rPr>
              <a:t> </a:t>
            </a:r>
            <a:r>
              <a:rPr sz="1800" dirty="0">
                <a:solidFill>
                  <a:srgbClr val="404040"/>
                </a:solidFill>
                <a:latin typeface="Arial"/>
                <a:cs typeface="Arial"/>
              </a:rPr>
              <a:t>automatic</a:t>
            </a:r>
            <a:r>
              <a:rPr sz="1800" spc="175" dirty="0">
                <a:solidFill>
                  <a:srgbClr val="404040"/>
                </a:solidFill>
                <a:latin typeface="Arial"/>
                <a:cs typeface="Arial"/>
              </a:rPr>
              <a:t> </a:t>
            </a:r>
            <a:r>
              <a:rPr sz="1800" dirty="0">
                <a:solidFill>
                  <a:srgbClr val="404040"/>
                </a:solidFill>
                <a:latin typeface="Arial"/>
                <a:cs typeface="Arial"/>
              </a:rPr>
              <a:t>alerts</a:t>
            </a:r>
            <a:r>
              <a:rPr sz="1800" spc="185" dirty="0">
                <a:solidFill>
                  <a:srgbClr val="404040"/>
                </a:solidFill>
                <a:latin typeface="Arial"/>
                <a:cs typeface="Arial"/>
              </a:rPr>
              <a:t> </a:t>
            </a:r>
            <a:r>
              <a:rPr sz="1800" dirty="0">
                <a:solidFill>
                  <a:srgbClr val="404040"/>
                </a:solidFill>
                <a:latin typeface="Arial"/>
                <a:cs typeface="Arial"/>
              </a:rPr>
              <a:t>when</a:t>
            </a:r>
            <a:r>
              <a:rPr sz="1800" spc="165" dirty="0">
                <a:solidFill>
                  <a:srgbClr val="404040"/>
                </a:solidFill>
                <a:latin typeface="Arial"/>
                <a:cs typeface="Arial"/>
              </a:rPr>
              <a:t> </a:t>
            </a:r>
            <a:r>
              <a:rPr sz="1800" dirty="0">
                <a:solidFill>
                  <a:srgbClr val="404040"/>
                </a:solidFill>
                <a:latin typeface="Arial"/>
                <a:cs typeface="Arial"/>
              </a:rPr>
              <a:t>adherence</a:t>
            </a:r>
            <a:r>
              <a:rPr sz="1800" spc="165" dirty="0">
                <a:solidFill>
                  <a:srgbClr val="404040"/>
                </a:solidFill>
                <a:latin typeface="Arial"/>
                <a:cs typeface="Arial"/>
              </a:rPr>
              <a:t> </a:t>
            </a:r>
            <a:r>
              <a:rPr sz="1800" dirty="0">
                <a:solidFill>
                  <a:srgbClr val="404040"/>
                </a:solidFill>
                <a:latin typeface="Arial"/>
                <a:cs typeface="Arial"/>
              </a:rPr>
              <a:t>falls</a:t>
            </a:r>
            <a:r>
              <a:rPr sz="1800" spc="160" dirty="0">
                <a:solidFill>
                  <a:srgbClr val="404040"/>
                </a:solidFill>
                <a:latin typeface="Arial"/>
                <a:cs typeface="Arial"/>
              </a:rPr>
              <a:t> </a:t>
            </a:r>
            <a:r>
              <a:rPr sz="1800" dirty="0">
                <a:solidFill>
                  <a:srgbClr val="404040"/>
                </a:solidFill>
                <a:latin typeface="Arial"/>
                <a:cs typeface="Arial"/>
              </a:rPr>
              <a:t>below</a:t>
            </a:r>
            <a:r>
              <a:rPr sz="1800" spc="140" dirty="0">
                <a:solidFill>
                  <a:srgbClr val="404040"/>
                </a:solidFill>
                <a:latin typeface="Arial"/>
                <a:cs typeface="Arial"/>
              </a:rPr>
              <a:t> </a:t>
            </a:r>
            <a:r>
              <a:rPr sz="1800" dirty="0">
                <a:solidFill>
                  <a:srgbClr val="404040"/>
                </a:solidFill>
                <a:latin typeface="Arial"/>
                <a:cs typeface="Arial"/>
              </a:rPr>
              <a:t>a</a:t>
            </a:r>
            <a:r>
              <a:rPr sz="1800" spc="170" dirty="0">
                <a:solidFill>
                  <a:srgbClr val="404040"/>
                </a:solidFill>
                <a:latin typeface="Arial"/>
                <a:cs typeface="Arial"/>
              </a:rPr>
              <a:t> </a:t>
            </a:r>
            <a:r>
              <a:rPr sz="1800" dirty="0">
                <a:solidFill>
                  <a:srgbClr val="404040"/>
                </a:solidFill>
                <a:latin typeface="Arial"/>
                <a:cs typeface="Arial"/>
              </a:rPr>
              <a:t>configurable</a:t>
            </a:r>
            <a:r>
              <a:rPr sz="1800" spc="160" dirty="0">
                <a:solidFill>
                  <a:srgbClr val="404040"/>
                </a:solidFill>
                <a:latin typeface="Arial"/>
                <a:cs typeface="Arial"/>
              </a:rPr>
              <a:t> </a:t>
            </a:r>
            <a:r>
              <a:rPr sz="1800" dirty="0">
                <a:solidFill>
                  <a:srgbClr val="404040"/>
                </a:solidFill>
                <a:latin typeface="Arial"/>
                <a:cs typeface="Arial"/>
              </a:rPr>
              <a:t>threshold.</a:t>
            </a:r>
            <a:r>
              <a:rPr sz="1800" spc="175" dirty="0">
                <a:solidFill>
                  <a:srgbClr val="404040"/>
                </a:solidFill>
                <a:latin typeface="Arial"/>
                <a:cs typeface="Arial"/>
              </a:rPr>
              <a:t> </a:t>
            </a:r>
            <a:r>
              <a:rPr sz="1800" spc="-50" dirty="0">
                <a:solidFill>
                  <a:srgbClr val="404040"/>
                </a:solidFill>
                <a:latin typeface="Arial"/>
                <a:cs typeface="Arial"/>
              </a:rPr>
              <a:t>A 	</a:t>
            </a:r>
            <a:r>
              <a:rPr sz="1800" spc="-10" dirty="0">
                <a:solidFill>
                  <a:srgbClr val="404040"/>
                </a:solidFill>
                <a:latin typeface="Arial"/>
                <a:cs typeface="Arial"/>
              </a:rPr>
              <a:t>consent-</a:t>
            </a:r>
            <a:r>
              <a:rPr sz="1800" dirty="0">
                <a:solidFill>
                  <a:srgbClr val="404040"/>
                </a:solidFill>
                <a:latin typeface="Arial"/>
                <a:cs typeface="Arial"/>
              </a:rPr>
              <a:t>based</a:t>
            </a:r>
            <a:r>
              <a:rPr sz="1800" spc="470" dirty="0">
                <a:solidFill>
                  <a:srgbClr val="404040"/>
                </a:solidFill>
                <a:latin typeface="Arial"/>
                <a:cs typeface="Arial"/>
              </a:rPr>
              <a:t> </a:t>
            </a:r>
            <a:r>
              <a:rPr sz="1800" dirty="0">
                <a:solidFill>
                  <a:srgbClr val="404040"/>
                </a:solidFill>
                <a:latin typeface="Arial"/>
                <a:cs typeface="Arial"/>
              </a:rPr>
              <a:t>linking</a:t>
            </a:r>
            <a:r>
              <a:rPr sz="1800" spc="465" dirty="0">
                <a:solidFill>
                  <a:srgbClr val="404040"/>
                </a:solidFill>
                <a:latin typeface="Arial"/>
                <a:cs typeface="Arial"/>
              </a:rPr>
              <a:t> </a:t>
            </a:r>
            <a:r>
              <a:rPr sz="1800" dirty="0">
                <a:solidFill>
                  <a:srgbClr val="404040"/>
                </a:solidFill>
                <a:latin typeface="Arial"/>
                <a:cs typeface="Arial"/>
              </a:rPr>
              <a:t>mechanism</a:t>
            </a:r>
            <a:r>
              <a:rPr sz="1800" spc="484" dirty="0">
                <a:solidFill>
                  <a:srgbClr val="404040"/>
                </a:solidFill>
                <a:latin typeface="Arial"/>
                <a:cs typeface="Arial"/>
              </a:rPr>
              <a:t> </a:t>
            </a:r>
            <a:r>
              <a:rPr sz="1800" dirty="0">
                <a:solidFill>
                  <a:srgbClr val="404040"/>
                </a:solidFill>
                <a:latin typeface="Arial"/>
                <a:cs typeface="Arial"/>
              </a:rPr>
              <a:t>will</a:t>
            </a:r>
            <a:r>
              <a:rPr sz="1800" spc="459" dirty="0">
                <a:solidFill>
                  <a:srgbClr val="404040"/>
                </a:solidFill>
                <a:latin typeface="Arial"/>
                <a:cs typeface="Arial"/>
              </a:rPr>
              <a:t> </a:t>
            </a:r>
            <a:r>
              <a:rPr sz="1800" dirty="0">
                <a:solidFill>
                  <a:srgbClr val="404040"/>
                </a:solidFill>
                <a:latin typeface="Arial"/>
                <a:cs typeface="Arial"/>
              </a:rPr>
              <a:t>ensure</a:t>
            </a:r>
            <a:r>
              <a:rPr sz="1800" spc="465" dirty="0">
                <a:solidFill>
                  <a:srgbClr val="404040"/>
                </a:solidFill>
                <a:latin typeface="Arial"/>
                <a:cs typeface="Arial"/>
              </a:rPr>
              <a:t> </a:t>
            </a:r>
            <a:r>
              <a:rPr sz="1800" dirty="0">
                <a:solidFill>
                  <a:srgbClr val="404040"/>
                </a:solidFill>
                <a:latin typeface="Arial"/>
                <a:cs typeface="Arial"/>
              </a:rPr>
              <a:t>that</a:t>
            </a:r>
            <a:r>
              <a:rPr sz="1800" spc="470" dirty="0">
                <a:solidFill>
                  <a:srgbClr val="404040"/>
                </a:solidFill>
                <a:latin typeface="Arial"/>
                <a:cs typeface="Arial"/>
              </a:rPr>
              <a:t> </a:t>
            </a:r>
            <a:r>
              <a:rPr sz="1800" dirty="0">
                <a:solidFill>
                  <a:srgbClr val="404040"/>
                </a:solidFill>
                <a:latin typeface="Arial"/>
                <a:cs typeface="Arial"/>
              </a:rPr>
              <a:t>patient</a:t>
            </a:r>
            <a:r>
              <a:rPr sz="1800" spc="465" dirty="0">
                <a:solidFill>
                  <a:srgbClr val="404040"/>
                </a:solidFill>
                <a:latin typeface="Arial"/>
                <a:cs typeface="Arial"/>
              </a:rPr>
              <a:t> </a:t>
            </a:r>
            <a:r>
              <a:rPr sz="1800" dirty="0">
                <a:solidFill>
                  <a:srgbClr val="404040"/>
                </a:solidFill>
                <a:latin typeface="Arial"/>
                <a:cs typeface="Arial"/>
              </a:rPr>
              <a:t>information</a:t>
            </a:r>
            <a:r>
              <a:rPr sz="1800" spc="480" dirty="0">
                <a:solidFill>
                  <a:srgbClr val="404040"/>
                </a:solidFill>
                <a:latin typeface="Arial"/>
                <a:cs typeface="Arial"/>
              </a:rPr>
              <a:t> </a:t>
            </a:r>
            <a:r>
              <a:rPr sz="1800" dirty="0">
                <a:solidFill>
                  <a:srgbClr val="404040"/>
                </a:solidFill>
                <a:latin typeface="Arial"/>
                <a:cs typeface="Arial"/>
              </a:rPr>
              <a:t>is</a:t>
            </a:r>
            <a:r>
              <a:rPr sz="1800" spc="470" dirty="0">
                <a:solidFill>
                  <a:srgbClr val="404040"/>
                </a:solidFill>
                <a:latin typeface="Arial"/>
                <a:cs typeface="Arial"/>
              </a:rPr>
              <a:t> </a:t>
            </a:r>
            <a:r>
              <a:rPr sz="1800" dirty="0">
                <a:solidFill>
                  <a:srgbClr val="404040"/>
                </a:solidFill>
                <a:latin typeface="Arial"/>
                <a:cs typeface="Arial"/>
              </a:rPr>
              <a:t>shared</a:t>
            </a:r>
            <a:r>
              <a:rPr sz="1800" spc="459" dirty="0">
                <a:solidFill>
                  <a:srgbClr val="404040"/>
                </a:solidFill>
                <a:latin typeface="Arial"/>
                <a:cs typeface="Arial"/>
              </a:rPr>
              <a:t> </a:t>
            </a:r>
            <a:r>
              <a:rPr sz="1800" dirty="0">
                <a:solidFill>
                  <a:srgbClr val="404040"/>
                </a:solidFill>
                <a:latin typeface="Arial"/>
                <a:cs typeface="Arial"/>
              </a:rPr>
              <a:t>only</a:t>
            </a:r>
            <a:r>
              <a:rPr sz="1800" spc="480" dirty="0">
                <a:solidFill>
                  <a:srgbClr val="404040"/>
                </a:solidFill>
                <a:latin typeface="Arial"/>
                <a:cs typeface="Arial"/>
              </a:rPr>
              <a:t> </a:t>
            </a:r>
            <a:r>
              <a:rPr sz="1800" dirty="0">
                <a:solidFill>
                  <a:srgbClr val="404040"/>
                </a:solidFill>
                <a:latin typeface="Arial"/>
                <a:cs typeface="Arial"/>
              </a:rPr>
              <a:t>with</a:t>
            </a:r>
            <a:r>
              <a:rPr sz="1800" spc="465" dirty="0">
                <a:solidFill>
                  <a:srgbClr val="404040"/>
                </a:solidFill>
                <a:latin typeface="Arial"/>
                <a:cs typeface="Arial"/>
              </a:rPr>
              <a:t> </a:t>
            </a:r>
            <a:r>
              <a:rPr sz="1800" spc="-10" dirty="0">
                <a:solidFill>
                  <a:srgbClr val="404040"/>
                </a:solidFill>
                <a:latin typeface="Arial"/>
                <a:cs typeface="Arial"/>
              </a:rPr>
              <a:t>approved 	</a:t>
            </a:r>
            <a:r>
              <a:rPr sz="1800" dirty="0">
                <a:solidFill>
                  <a:srgbClr val="404040"/>
                </a:solidFill>
                <a:latin typeface="Arial"/>
                <a:cs typeface="Arial"/>
              </a:rPr>
              <a:t>caregivers</a:t>
            </a:r>
            <a:r>
              <a:rPr sz="1800" spc="-10" dirty="0">
                <a:solidFill>
                  <a:srgbClr val="404040"/>
                </a:solidFill>
                <a:latin typeface="Arial"/>
                <a:cs typeface="Arial"/>
              </a:rPr>
              <a:t> </a:t>
            </a:r>
            <a:r>
              <a:rPr sz="1800" dirty="0">
                <a:solidFill>
                  <a:srgbClr val="404040"/>
                </a:solidFill>
                <a:latin typeface="Arial"/>
                <a:cs typeface="Arial"/>
              </a:rPr>
              <a:t>or</a:t>
            </a:r>
            <a:r>
              <a:rPr sz="1800" spc="-20" dirty="0">
                <a:solidFill>
                  <a:srgbClr val="404040"/>
                </a:solidFill>
                <a:latin typeface="Arial"/>
                <a:cs typeface="Arial"/>
              </a:rPr>
              <a:t> </a:t>
            </a:r>
            <a:r>
              <a:rPr sz="1800" spc="-10" dirty="0">
                <a:solidFill>
                  <a:srgbClr val="404040"/>
                </a:solidFill>
                <a:latin typeface="Arial"/>
                <a:cs typeface="Arial"/>
              </a:rPr>
              <a:t>doctors.</a:t>
            </a:r>
            <a:endParaRPr sz="1800" dirty="0">
              <a:latin typeface="Arial"/>
              <a:cs typeface="Arial"/>
            </a:endParaRPr>
          </a:p>
          <a:p>
            <a:pPr marL="317500" marR="15875" indent="-305435" algn="just">
              <a:lnSpc>
                <a:spcPct val="110000"/>
              </a:lnSpc>
              <a:spcBef>
                <a:spcPts val="1035"/>
              </a:spcBef>
              <a:buClr>
                <a:srgbClr val="1CACE3"/>
              </a:buClr>
              <a:buSzPct val="91666"/>
              <a:buFont typeface="Cambria"/>
              <a:buChar char="◾"/>
              <a:tabLst>
                <a:tab pos="318770" algn="l"/>
              </a:tabLst>
            </a:pPr>
            <a:r>
              <a:rPr sz="1800" dirty="0">
                <a:solidFill>
                  <a:srgbClr val="404040"/>
                </a:solidFill>
                <a:latin typeface="Arial"/>
                <a:cs typeface="Arial"/>
              </a:rPr>
              <a:t>The</a:t>
            </a:r>
            <a:r>
              <a:rPr sz="1800" spc="225" dirty="0">
                <a:solidFill>
                  <a:srgbClr val="404040"/>
                </a:solidFill>
                <a:latin typeface="Arial"/>
                <a:cs typeface="Arial"/>
              </a:rPr>
              <a:t> </a:t>
            </a:r>
            <a:r>
              <a:rPr sz="1800" dirty="0">
                <a:solidFill>
                  <a:srgbClr val="404040"/>
                </a:solidFill>
                <a:latin typeface="Arial"/>
                <a:cs typeface="Arial"/>
              </a:rPr>
              <a:t>solution</a:t>
            </a:r>
            <a:r>
              <a:rPr sz="1800" spc="254" dirty="0">
                <a:solidFill>
                  <a:srgbClr val="404040"/>
                </a:solidFill>
                <a:latin typeface="Arial"/>
                <a:cs typeface="Arial"/>
              </a:rPr>
              <a:t> </a:t>
            </a:r>
            <a:r>
              <a:rPr sz="1800" dirty="0">
                <a:solidFill>
                  <a:srgbClr val="404040"/>
                </a:solidFill>
                <a:latin typeface="Arial"/>
                <a:cs typeface="Arial"/>
              </a:rPr>
              <a:t>will</a:t>
            </a:r>
            <a:r>
              <a:rPr sz="1800" spc="229" dirty="0">
                <a:solidFill>
                  <a:srgbClr val="404040"/>
                </a:solidFill>
                <a:latin typeface="Arial"/>
                <a:cs typeface="Arial"/>
              </a:rPr>
              <a:t> </a:t>
            </a:r>
            <a:r>
              <a:rPr sz="1800" dirty="0">
                <a:solidFill>
                  <a:srgbClr val="404040"/>
                </a:solidFill>
                <a:latin typeface="Arial"/>
                <a:cs typeface="Arial"/>
              </a:rPr>
              <a:t>support</a:t>
            </a:r>
            <a:r>
              <a:rPr sz="1800" spc="240" dirty="0">
                <a:solidFill>
                  <a:srgbClr val="404040"/>
                </a:solidFill>
                <a:latin typeface="Arial"/>
                <a:cs typeface="Arial"/>
              </a:rPr>
              <a:t> </a:t>
            </a:r>
            <a:r>
              <a:rPr sz="1800" dirty="0">
                <a:solidFill>
                  <a:srgbClr val="404040"/>
                </a:solidFill>
                <a:latin typeface="Arial"/>
                <a:cs typeface="Arial"/>
              </a:rPr>
              <a:t>offline</a:t>
            </a:r>
            <a:r>
              <a:rPr sz="1800" spc="229" dirty="0">
                <a:solidFill>
                  <a:srgbClr val="404040"/>
                </a:solidFill>
                <a:latin typeface="Arial"/>
                <a:cs typeface="Arial"/>
              </a:rPr>
              <a:t> </a:t>
            </a:r>
            <a:r>
              <a:rPr sz="1800" dirty="0">
                <a:solidFill>
                  <a:srgbClr val="404040"/>
                </a:solidFill>
                <a:latin typeface="Arial"/>
                <a:cs typeface="Arial"/>
              </a:rPr>
              <a:t>medication</a:t>
            </a:r>
            <a:r>
              <a:rPr sz="1800" spc="245" dirty="0">
                <a:solidFill>
                  <a:srgbClr val="404040"/>
                </a:solidFill>
                <a:latin typeface="Arial"/>
                <a:cs typeface="Arial"/>
              </a:rPr>
              <a:t> </a:t>
            </a:r>
            <a:r>
              <a:rPr sz="1800" dirty="0">
                <a:solidFill>
                  <a:srgbClr val="404040"/>
                </a:solidFill>
                <a:latin typeface="Arial"/>
                <a:cs typeface="Arial"/>
              </a:rPr>
              <a:t>logging</a:t>
            </a:r>
            <a:r>
              <a:rPr sz="1800" spc="254" dirty="0">
                <a:solidFill>
                  <a:srgbClr val="404040"/>
                </a:solidFill>
                <a:latin typeface="Arial"/>
                <a:cs typeface="Arial"/>
              </a:rPr>
              <a:t> </a:t>
            </a:r>
            <a:r>
              <a:rPr sz="1800" dirty="0">
                <a:solidFill>
                  <a:srgbClr val="404040"/>
                </a:solidFill>
                <a:latin typeface="Arial"/>
                <a:cs typeface="Arial"/>
              </a:rPr>
              <a:t>with</a:t>
            </a:r>
            <a:r>
              <a:rPr sz="1800" spc="235" dirty="0">
                <a:solidFill>
                  <a:srgbClr val="404040"/>
                </a:solidFill>
                <a:latin typeface="Arial"/>
                <a:cs typeface="Arial"/>
              </a:rPr>
              <a:t> </a:t>
            </a:r>
            <a:r>
              <a:rPr sz="1800" dirty="0">
                <a:solidFill>
                  <a:srgbClr val="404040"/>
                </a:solidFill>
                <a:latin typeface="Arial"/>
                <a:cs typeface="Arial"/>
              </a:rPr>
              <a:t>synchronization</a:t>
            </a:r>
            <a:r>
              <a:rPr sz="1800" spc="260" dirty="0">
                <a:solidFill>
                  <a:srgbClr val="404040"/>
                </a:solidFill>
                <a:latin typeface="Arial"/>
                <a:cs typeface="Arial"/>
              </a:rPr>
              <a:t> </a:t>
            </a:r>
            <a:r>
              <a:rPr sz="1800" dirty="0">
                <a:solidFill>
                  <a:srgbClr val="404040"/>
                </a:solidFill>
                <a:latin typeface="Arial"/>
                <a:cs typeface="Arial"/>
              </a:rPr>
              <a:t>when</a:t>
            </a:r>
            <a:r>
              <a:rPr sz="1800" spc="225" dirty="0">
                <a:solidFill>
                  <a:srgbClr val="404040"/>
                </a:solidFill>
                <a:latin typeface="Arial"/>
                <a:cs typeface="Arial"/>
              </a:rPr>
              <a:t> </a:t>
            </a:r>
            <a:r>
              <a:rPr sz="1800" dirty="0">
                <a:solidFill>
                  <a:srgbClr val="404040"/>
                </a:solidFill>
                <a:latin typeface="Arial"/>
                <a:cs typeface="Arial"/>
              </a:rPr>
              <a:t>connectivity</a:t>
            </a:r>
            <a:r>
              <a:rPr sz="1800" spc="229" dirty="0">
                <a:solidFill>
                  <a:srgbClr val="404040"/>
                </a:solidFill>
                <a:latin typeface="Arial"/>
                <a:cs typeface="Arial"/>
              </a:rPr>
              <a:t> </a:t>
            </a:r>
            <a:r>
              <a:rPr sz="1800" dirty="0">
                <a:solidFill>
                  <a:srgbClr val="404040"/>
                </a:solidFill>
                <a:latin typeface="Arial"/>
                <a:cs typeface="Arial"/>
              </a:rPr>
              <a:t>is</a:t>
            </a:r>
            <a:r>
              <a:rPr sz="1800" spc="240" dirty="0">
                <a:solidFill>
                  <a:srgbClr val="404040"/>
                </a:solidFill>
                <a:latin typeface="Arial"/>
                <a:cs typeface="Arial"/>
              </a:rPr>
              <a:t> </a:t>
            </a:r>
            <a:r>
              <a:rPr sz="1800" spc="-10" dirty="0">
                <a:solidFill>
                  <a:srgbClr val="404040"/>
                </a:solidFill>
                <a:latin typeface="Arial"/>
                <a:cs typeface="Arial"/>
              </a:rPr>
              <a:t>restored, 	</a:t>
            </a:r>
            <a:r>
              <a:rPr sz="1800" dirty="0">
                <a:solidFill>
                  <a:srgbClr val="404040"/>
                </a:solidFill>
                <a:latin typeface="Arial"/>
                <a:cs typeface="Arial"/>
              </a:rPr>
              <a:t>making</a:t>
            </a:r>
            <a:r>
              <a:rPr sz="1800" spc="235" dirty="0">
                <a:solidFill>
                  <a:srgbClr val="404040"/>
                </a:solidFill>
                <a:latin typeface="Arial"/>
                <a:cs typeface="Arial"/>
              </a:rPr>
              <a:t> </a:t>
            </a:r>
            <a:r>
              <a:rPr sz="1800" dirty="0">
                <a:solidFill>
                  <a:srgbClr val="404040"/>
                </a:solidFill>
                <a:latin typeface="Arial"/>
                <a:cs typeface="Arial"/>
              </a:rPr>
              <a:t>it</a:t>
            </a:r>
            <a:r>
              <a:rPr sz="1800" spc="250" dirty="0">
                <a:solidFill>
                  <a:srgbClr val="404040"/>
                </a:solidFill>
                <a:latin typeface="Arial"/>
                <a:cs typeface="Arial"/>
              </a:rPr>
              <a:t> </a:t>
            </a:r>
            <a:r>
              <a:rPr sz="1800" dirty="0">
                <a:solidFill>
                  <a:srgbClr val="404040"/>
                </a:solidFill>
                <a:latin typeface="Arial"/>
                <a:cs typeface="Arial"/>
              </a:rPr>
              <a:t>suitable</a:t>
            </a:r>
            <a:r>
              <a:rPr sz="1800" spc="240" dirty="0">
                <a:solidFill>
                  <a:srgbClr val="404040"/>
                </a:solidFill>
                <a:latin typeface="Arial"/>
                <a:cs typeface="Arial"/>
              </a:rPr>
              <a:t> </a:t>
            </a:r>
            <a:r>
              <a:rPr sz="1800" dirty="0">
                <a:solidFill>
                  <a:srgbClr val="404040"/>
                </a:solidFill>
                <a:latin typeface="Arial"/>
                <a:cs typeface="Arial"/>
              </a:rPr>
              <a:t>for</a:t>
            </a:r>
            <a:r>
              <a:rPr sz="1800" spc="245" dirty="0">
                <a:solidFill>
                  <a:srgbClr val="404040"/>
                </a:solidFill>
                <a:latin typeface="Arial"/>
                <a:cs typeface="Arial"/>
              </a:rPr>
              <a:t> </a:t>
            </a:r>
            <a:r>
              <a:rPr sz="1800" dirty="0">
                <a:solidFill>
                  <a:srgbClr val="404040"/>
                </a:solidFill>
                <a:latin typeface="Arial"/>
                <a:cs typeface="Arial"/>
              </a:rPr>
              <a:t>mobile</a:t>
            </a:r>
            <a:r>
              <a:rPr sz="1800" spc="245" dirty="0">
                <a:solidFill>
                  <a:srgbClr val="404040"/>
                </a:solidFill>
                <a:latin typeface="Arial"/>
                <a:cs typeface="Arial"/>
              </a:rPr>
              <a:t> </a:t>
            </a:r>
            <a:r>
              <a:rPr sz="1800" dirty="0">
                <a:solidFill>
                  <a:srgbClr val="404040"/>
                </a:solidFill>
                <a:latin typeface="Arial"/>
                <a:cs typeface="Arial"/>
              </a:rPr>
              <a:t>use.</a:t>
            </a:r>
            <a:r>
              <a:rPr sz="1800" spc="250" dirty="0">
                <a:solidFill>
                  <a:srgbClr val="404040"/>
                </a:solidFill>
                <a:latin typeface="Arial"/>
                <a:cs typeface="Arial"/>
              </a:rPr>
              <a:t> </a:t>
            </a:r>
            <a:r>
              <a:rPr sz="1800" dirty="0">
                <a:solidFill>
                  <a:srgbClr val="404040"/>
                </a:solidFill>
                <a:latin typeface="Arial"/>
                <a:cs typeface="Arial"/>
              </a:rPr>
              <a:t>Overall,</a:t>
            </a:r>
            <a:r>
              <a:rPr sz="1800" spc="245" dirty="0">
                <a:solidFill>
                  <a:srgbClr val="404040"/>
                </a:solidFill>
                <a:latin typeface="Arial"/>
                <a:cs typeface="Arial"/>
              </a:rPr>
              <a:t> </a:t>
            </a:r>
            <a:r>
              <a:rPr sz="1800" dirty="0">
                <a:solidFill>
                  <a:srgbClr val="404040"/>
                </a:solidFill>
                <a:latin typeface="Arial"/>
                <a:cs typeface="Arial"/>
              </a:rPr>
              <a:t>the</a:t>
            </a:r>
            <a:r>
              <a:rPr sz="1800" spc="245" dirty="0">
                <a:solidFill>
                  <a:srgbClr val="404040"/>
                </a:solidFill>
                <a:latin typeface="Arial"/>
                <a:cs typeface="Arial"/>
              </a:rPr>
              <a:t> </a:t>
            </a:r>
            <a:r>
              <a:rPr sz="1800" dirty="0">
                <a:solidFill>
                  <a:srgbClr val="404040"/>
                </a:solidFill>
                <a:latin typeface="Arial"/>
                <a:cs typeface="Arial"/>
              </a:rPr>
              <a:t>system</a:t>
            </a:r>
            <a:r>
              <a:rPr sz="1800" spc="240" dirty="0">
                <a:solidFill>
                  <a:srgbClr val="404040"/>
                </a:solidFill>
                <a:latin typeface="Arial"/>
                <a:cs typeface="Arial"/>
              </a:rPr>
              <a:t> </a:t>
            </a:r>
            <a:r>
              <a:rPr sz="1800" dirty="0">
                <a:solidFill>
                  <a:srgbClr val="404040"/>
                </a:solidFill>
                <a:latin typeface="Arial"/>
                <a:cs typeface="Arial"/>
              </a:rPr>
              <a:t>aims</a:t>
            </a:r>
            <a:r>
              <a:rPr sz="1800" spc="250" dirty="0">
                <a:solidFill>
                  <a:srgbClr val="404040"/>
                </a:solidFill>
                <a:latin typeface="Arial"/>
                <a:cs typeface="Arial"/>
              </a:rPr>
              <a:t> </a:t>
            </a:r>
            <a:r>
              <a:rPr sz="1800" dirty="0">
                <a:solidFill>
                  <a:srgbClr val="404040"/>
                </a:solidFill>
                <a:latin typeface="Arial"/>
                <a:cs typeface="Arial"/>
              </a:rPr>
              <a:t>to</a:t>
            </a:r>
            <a:r>
              <a:rPr sz="1800" spc="240" dirty="0">
                <a:solidFill>
                  <a:srgbClr val="404040"/>
                </a:solidFill>
                <a:latin typeface="Arial"/>
                <a:cs typeface="Arial"/>
              </a:rPr>
              <a:t> </a:t>
            </a:r>
            <a:r>
              <a:rPr sz="1800" dirty="0">
                <a:solidFill>
                  <a:srgbClr val="404040"/>
                </a:solidFill>
                <a:latin typeface="Arial"/>
                <a:cs typeface="Arial"/>
              </a:rPr>
              <a:t>improve</a:t>
            </a:r>
            <a:r>
              <a:rPr sz="1800" spc="235" dirty="0">
                <a:solidFill>
                  <a:srgbClr val="404040"/>
                </a:solidFill>
                <a:latin typeface="Arial"/>
                <a:cs typeface="Arial"/>
              </a:rPr>
              <a:t> </a:t>
            </a:r>
            <a:r>
              <a:rPr sz="1800" dirty="0">
                <a:solidFill>
                  <a:srgbClr val="404040"/>
                </a:solidFill>
                <a:latin typeface="Arial"/>
                <a:cs typeface="Arial"/>
              </a:rPr>
              <a:t>medication</a:t>
            </a:r>
            <a:r>
              <a:rPr sz="1800" spc="240" dirty="0">
                <a:solidFill>
                  <a:srgbClr val="404040"/>
                </a:solidFill>
                <a:latin typeface="Arial"/>
                <a:cs typeface="Arial"/>
              </a:rPr>
              <a:t> </a:t>
            </a:r>
            <a:r>
              <a:rPr sz="1800" dirty="0">
                <a:solidFill>
                  <a:srgbClr val="404040"/>
                </a:solidFill>
                <a:latin typeface="Arial"/>
                <a:cs typeface="Arial"/>
              </a:rPr>
              <a:t>adherence,</a:t>
            </a:r>
            <a:r>
              <a:rPr sz="1800" spc="245" dirty="0">
                <a:solidFill>
                  <a:srgbClr val="404040"/>
                </a:solidFill>
                <a:latin typeface="Arial"/>
                <a:cs typeface="Arial"/>
              </a:rPr>
              <a:t> </a:t>
            </a:r>
            <a:r>
              <a:rPr sz="1800" spc="-10" dirty="0">
                <a:solidFill>
                  <a:srgbClr val="404040"/>
                </a:solidFill>
                <a:latin typeface="Arial"/>
                <a:cs typeface="Arial"/>
              </a:rPr>
              <a:t>provide 	</a:t>
            </a:r>
            <a:r>
              <a:rPr sz="1800" dirty="0">
                <a:solidFill>
                  <a:srgbClr val="404040"/>
                </a:solidFill>
                <a:latin typeface="Arial"/>
                <a:cs typeface="Arial"/>
              </a:rPr>
              <a:t>better</a:t>
            </a:r>
            <a:r>
              <a:rPr sz="1800" spc="-40" dirty="0">
                <a:solidFill>
                  <a:srgbClr val="404040"/>
                </a:solidFill>
                <a:latin typeface="Arial"/>
                <a:cs typeface="Arial"/>
              </a:rPr>
              <a:t> </a:t>
            </a:r>
            <a:r>
              <a:rPr sz="1800" dirty="0">
                <a:solidFill>
                  <a:srgbClr val="404040"/>
                </a:solidFill>
                <a:latin typeface="Arial"/>
                <a:cs typeface="Arial"/>
              </a:rPr>
              <a:t>monitoring,</a:t>
            </a:r>
            <a:r>
              <a:rPr sz="1800" spc="-20" dirty="0">
                <a:solidFill>
                  <a:srgbClr val="404040"/>
                </a:solidFill>
                <a:latin typeface="Arial"/>
                <a:cs typeface="Arial"/>
              </a:rPr>
              <a:t> </a:t>
            </a:r>
            <a:r>
              <a:rPr sz="1800" dirty="0">
                <a:solidFill>
                  <a:srgbClr val="404040"/>
                </a:solidFill>
                <a:latin typeface="Arial"/>
                <a:cs typeface="Arial"/>
              </a:rPr>
              <a:t>and</a:t>
            </a:r>
            <a:r>
              <a:rPr sz="1800" spc="-25" dirty="0">
                <a:solidFill>
                  <a:srgbClr val="404040"/>
                </a:solidFill>
                <a:latin typeface="Arial"/>
                <a:cs typeface="Arial"/>
              </a:rPr>
              <a:t> </a:t>
            </a:r>
            <a:r>
              <a:rPr sz="1800" dirty="0">
                <a:solidFill>
                  <a:srgbClr val="404040"/>
                </a:solidFill>
                <a:latin typeface="Arial"/>
                <a:cs typeface="Arial"/>
              </a:rPr>
              <a:t>support</a:t>
            </a:r>
            <a:r>
              <a:rPr sz="1800" spc="-20" dirty="0">
                <a:solidFill>
                  <a:srgbClr val="404040"/>
                </a:solidFill>
                <a:latin typeface="Arial"/>
                <a:cs typeface="Arial"/>
              </a:rPr>
              <a:t> </a:t>
            </a:r>
            <a:r>
              <a:rPr sz="1800" dirty="0">
                <a:solidFill>
                  <a:srgbClr val="404040"/>
                </a:solidFill>
                <a:latin typeface="Arial"/>
                <a:cs typeface="Arial"/>
              </a:rPr>
              <a:t>timely</a:t>
            </a:r>
            <a:r>
              <a:rPr sz="1800" spc="-35" dirty="0">
                <a:solidFill>
                  <a:srgbClr val="404040"/>
                </a:solidFill>
                <a:latin typeface="Arial"/>
                <a:cs typeface="Arial"/>
              </a:rPr>
              <a:t> </a:t>
            </a:r>
            <a:r>
              <a:rPr sz="1800" dirty="0">
                <a:solidFill>
                  <a:srgbClr val="404040"/>
                </a:solidFill>
                <a:latin typeface="Arial"/>
                <a:cs typeface="Arial"/>
              </a:rPr>
              <a:t>intervention</a:t>
            </a:r>
            <a:r>
              <a:rPr sz="1800" spc="-15" dirty="0">
                <a:solidFill>
                  <a:srgbClr val="404040"/>
                </a:solidFill>
                <a:latin typeface="Arial"/>
                <a:cs typeface="Arial"/>
              </a:rPr>
              <a:t> </a:t>
            </a:r>
            <a:r>
              <a:rPr sz="1800" dirty="0">
                <a:solidFill>
                  <a:srgbClr val="404040"/>
                </a:solidFill>
                <a:latin typeface="Arial"/>
                <a:cs typeface="Arial"/>
              </a:rPr>
              <a:t>by</a:t>
            </a:r>
            <a:r>
              <a:rPr sz="1800" spc="-35" dirty="0">
                <a:solidFill>
                  <a:srgbClr val="404040"/>
                </a:solidFill>
                <a:latin typeface="Arial"/>
                <a:cs typeface="Arial"/>
              </a:rPr>
              <a:t> </a:t>
            </a:r>
            <a:r>
              <a:rPr sz="1800" dirty="0">
                <a:solidFill>
                  <a:srgbClr val="404040"/>
                </a:solidFill>
                <a:latin typeface="Arial"/>
                <a:cs typeface="Arial"/>
              </a:rPr>
              <a:t>caregivers</a:t>
            </a:r>
            <a:r>
              <a:rPr sz="1800" spc="-25" dirty="0">
                <a:solidFill>
                  <a:srgbClr val="404040"/>
                </a:solidFill>
                <a:latin typeface="Arial"/>
                <a:cs typeface="Arial"/>
              </a:rPr>
              <a:t> </a:t>
            </a:r>
            <a:r>
              <a:rPr sz="1800" dirty="0">
                <a:solidFill>
                  <a:srgbClr val="404040"/>
                </a:solidFill>
                <a:latin typeface="Arial"/>
                <a:cs typeface="Arial"/>
              </a:rPr>
              <a:t>and</a:t>
            </a:r>
            <a:r>
              <a:rPr sz="1800" spc="-25" dirty="0">
                <a:solidFill>
                  <a:srgbClr val="404040"/>
                </a:solidFill>
                <a:latin typeface="Arial"/>
                <a:cs typeface="Arial"/>
              </a:rPr>
              <a:t> </a:t>
            </a:r>
            <a:r>
              <a:rPr sz="1800" dirty="0">
                <a:solidFill>
                  <a:srgbClr val="404040"/>
                </a:solidFill>
                <a:latin typeface="Arial"/>
                <a:cs typeface="Arial"/>
              </a:rPr>
              <a:t>healthcare</a:t>
            </a:r>
            <a:r>
              <a:rPr sz="1800" spc="-30" dirty="0">
                <a:solidFill>
                  <a:srgbClr val="404040"/>
                </a:solidFill>
                <a:latin typeface="Arial"/>
                <a:cs typeface="Arial"/>
              </a:rPr>
              <a:t> </a:t>
            </a:r>
            <a:r>
              <a:rPr sz="1800" spc="-10" dirty="0">
                <a:solidFill>
                  <a:srgbClr val="404040"/>
                </a:solidFill>
                <a:latin typeface="Arial"/>
                <a:cs typeface="Arial"/>
              </a:rPr>
              <a:t>professionals.</a:t>
            </a:r>
            <a:endParaRPr sz="180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9993" y="497281"/>
            <a:ext cx="5278120" cy="635000"/>
          </a:xfrm>
          <a:prstGeom prst="rect">
            <a:avLst/>
          </a:prstGeom>
        </p:spPr>
        <p:txBody>
          <a:bodyPr vert="horz" wrap="square" lIns="0" tIns="12065" rIns="0" bIns="0" rtlCol="0">
            <a:spAutoFit/>
          </a:bodyPr>
          <a:lstStyle/>
          <a:p>
            <a:pPr marL="12700">
              <a:lnSpc>
                <a:spcPct val="100000"/>
              </a:lnSpc>
              <a:spcBef>
                <a:spcPts val="95"/>
              </a:spcBef>
              <a:tabLst>
                <a:tab pos="2362835" algn="l"/>
              </a:tabLst>
            </a:pPr>
            <a:r>
              <a:rPr sz="4000" spc="-10" dirty="0">
                <a:solidFill>
                  <a:srgbClr val="1CACE3"/>
                </a:solidFill>
                <a:latin typeface="Arial"/>
                <a:cs typeface="Arial"/>
              </a:rPr>
              <a:t>SYSTEM</a:t>
            </a:r>
            <a:r>
              <a:rPr sz="4000" dirty="0">
                <a:solidFill>
                  <a:srgbClr val="1CACE3"/>
                </a:solidFill>
                <a:latin typeface="Arial"/>
                <a:cs typeface="Arial"/>
              </a:rPr>
              <a:t>	</a:t>
            </a:r>
            <a:r>
              <a:rPr sz="4000" spc="-10" dirty="0">
                <a:solidFill>
                  <a:srgbClr val="1CACE3"/>
                </a:solidFill>
                <a:latin typeface="Arial"/>
                <a:cs typeface="Arial"/>
              </a:rPr>
              <a:t>APPROACH</a:t>
            </a:r>
            <a:endParaRPr sz="4000">
              <a:latin typeface="Arial"/>
              <a:cs typeface="Arial"/>
            </a:endParaRPr>
          </a:p>
        </p:txBody>
      </p:sp>
      <p:sp>
        <p:nvSpPr>
          <p:cNvPr id="3" name="object 3"/>
          <p:cNvSpPr txBox="1"/>
          <p:nvPr/>
        </p:nvSpPr>
        <p:spPr>
          <a:xfrm>
            <a:off x="560628" y="1052524"/>
            <a:ext cx="10688320" cy="5531485"/>
          </a:xfrm>
          <a:prstGeom prst="rect">
            <a:avLst/>
          </a:prstGeom>
        </p:spPr>
        <p:txBody>
          <a:bodyPr vert="horz" wrap="square" lIns="0" tIns="36195" rIns="0" bIns="0" rtlCol="0">
            <a:spAutoFit/>
          </a:bodyPr>
          <a:lstStyle/>
          <a:p>
            <a:pPr marL="12700" marR="5080" algn="just">
              <a:lnSpc>
                <a:spcPct val="90100"/>
              </a:lnSpc>
              <a:spcBef>
                <a:spcPts val="285"/>
              </a:spcBef>
            </a:pPr>
            <a:r>
              <a:rPr sz="1600" dirty="0">
                <a:solidFill>
                  <a:srgbClr val="404040"/>
                </a:solidFill>
                <a:latin typeface="Arial"/>
                <a:cs typeface="Arial"/>
              </a:rPr>
              <a:t>The</a:t>
            </a:r>
            <a:r>
              <a:rPr sz="1600" spc="-30" dirty="0">
                <a:solidFill>
                  <a:srgbClr val="404040"/>
                </a:solidFill>
                <a:latin typeface="Arial"/>
                <a:cs typeface="Arial"/>
              </a:rPr>
              <a:t> </a:t>
            </a:r>
            <a:r>
              <a:rPr sz="1600" b="1" dirty="0">
                <a:solidFill>
                  <a:srgbClr val="404040"/>
                </a:solidFill>
                <a:latin typeface="Arial"/>
                <a:cs typeface="Arial"/>
              </a:rPr>
              <a:t>System</a:t>
            </a:r>
            <a:r>
              <a:rPr sz="1600" b="1" spc="-60" dirty="0">
                <a:solidFill>
                  <a:srgbClr val="404040"/>
                </a:solidFill>
                <a:latin typeface="Arial"/>
                <a:cs typeface="Arial"/>
              </a:rPr>
              <a:t> </a:t>
            </a:r>
            <a:r>
              <a:rPr sz="1600" b="1" dirty="0">
                <a:solidFill>
                  <a:srgbClr val="404040"/>
                </a:solidFill>
                <a:latin typeface="Arial"/>
                <a:cs typeface="Arial"/>
              </a:rPr>
              <a:t>Approach</a:t>
            </a:r>
            <a:r>
              <a:rPr sz="1600" b="1" spc="20" dirty="0">
                <a:solidFill>
                  <a:srgbClr val="404040"/>
                </a:solidFill>
                <a:latin typeface="Arial"/>
                <a:cs typeface="Arial"/>
              </a:rPr>
              <a:t> </a:t>
            </a:r>
            <a:r>
              <a:rPr sz="1600" dirty="0">
                <a:solidFill>
                  <a:srgbClr val="404040"/>
                </a:solidFill>
                <a:latin typeface="Arial"/>
                <a:cs typeface="Arial"/>
              </a:rPr>
              <a:t>outlines</a:t>
            </a:r>
            <a:r>
              <a:rPr sz="1600" spc="-60" dirty="0">
                <a:solidFill>
                  <a:srgbClr val="404040"/>
                </a:solidFill>
                <a:latin typeface="Arial"/>
                <a:cs typeface="Arial"/>
              </a:rPr>
              <a:t> </a:t>
            </a:r>
            <a:r>
              <a:rPr sz="1600" dirty="0">
                <a:solidFill>
                  <a:srgbClr val="404040"/>
                </a:solidFill>
                <a:latin typeface="Arial"/>
                <a:cs typeface="Arial"/>
              </a:rPr>
              <a:t>the</a:t>
            </a:r>
            <a:r>
              <a:rPr sz="1600" spc="-35" dirty="0">
                <a:solidFill>
                  <a:srgbClr val="404040"/>
                </a:solidFill>
                <a:latin typeface="Arial"/>
                <a:cs typeface="Arial"/>
              </a:rPr>
              <a:t> </a:t>
            </a:r>
            <a:r>
              <a:rPr sz="1600" dirty="0">
                <a:solidFill>
                  <a:srgbClr val="404040"/>
                </a:solidFill>
                <a:latin typeface="Arial"/>
                <a:cs typeface="Arial"/>
              </a:rPr>
              <a:t>overall</a:t>
            </a:r>
            <a:r>
              <a:rPr sz="1600" spc="-45" dirty="0">
                <a:solidFill>
                  <a:srgbClr val="404040"/>
                </a:solidFill>
                <a:latin typeface="Arial"/>
                <a:cs typeface="Arial"/>
              </a:rPr>
              <a:t> </a:t>
            </a:r>
            <a:r>
              <a:rPr sz="1600" dirty="0">
                <a:solidFill>
                  <a:srgbClr val="404040"/>
                </a:solidFill>
                <a:latin typeface="Arial"/>
                <a:cs typeface="Arial"/>
              </a:rPr>
              <a:t>strategy</a:t>
            </a:r>
            <a:r>
              <a:rPr sz="1600" spc="-15" dirty="0">
                <a:solidFill>
                  <a:srgbClr val="404040"/>
                </a:solidFill>
                <a:latin typeface="Arial"/>
                <a:cs typeface="Arial"/>
              </a:rPr>
              <a:t> </a:t>
            </a:r>
            <a:r>
              <a:rPr sz="1600" dirty="0">
                <a:solidFill>
                  <a:srgbClr val="404040"/>
                </a:solidFill>
                <a:latin typeface="Arial"/>
                <a:cs typeface="Arial"/>
              </a:rPr>
              <a:t>and</a:t>
            </a:r>
            <a:r>
              <a:rPr sz="1600" spc="-45" dirty="0">
                <a:solidFill>
                  <a:srgbClr val="404040"/>
                </a:solidFill>
                <a:latin typeface="Arial"/>
                <a:cs typeface="Arial"/>
              </a:rPr>
              <a:t> </a:t>
            </a:r>
            <a:r>
              <a:rPr sz="1600" dirty="0">
                <a:solidFill>
                  <a:srgbClr val="404040"/>
                </a:solidFill>
                <a:latin typeface="Arial"/>
                <a:cs typeface="Arial"/>
              </a:rPr>
              <a:t>methodology</a:t>
            </a:r>
            <a:r>
              <a:rPr sz="1600" spc="-35" dirty="0">
                <a:solidFill>
                  <a:srgbClr val="404040"/>
                </a:solidFill>
                <a:latin typeface="Arial"/>
                <a:cs typeface="Arial"/>
              </a:rPr>
              <a:t> </a:t>
            </a:r>
            <a:r>
              <a:rPr sz="1600" dirty="0">
                <a:solidFill>
                  <a:srgbClr val="404040"/>
                </a:solidFill>
                <a:latin typeface="Arial"/>
                <a:cs typeface="Arial"/>
              </a:rPr>
              <a:t>for</a:t>
            </a:r>
            <a:r>
              <a:rPr sz="1600" spc="-25" dirty="0">
                <a:solidFill>
                  <a:srgbClr val="404040"/>
                </a:solidFill>
                <a:latin typeface="Arial"/>
                <a:cs typeface="Arial"/>
              </a:rPr>
              <a:t> </a:t>
            </a:r>
            <a:r>
              <a:rPr sz="1600" dirty="0">
                <a:solidFill>
                  <a:srgbClr val="404040"/>
                </a:solidFill>
                <a:latin typeface="Arial"/>
                <a:cs typeface="Arial"/>
              </a:rPr>
              <a:t>developing</a:t>
            </a:r>
            <a:r>
              <a:rPr sz="1600" spc="-60" dirty="0">
                <a:solidFill>
                  <a:srgbClr val="404040"/>
                </a:solidFill>
                <a:latin typeface="Arial"/>
                <a:cs typeface="Arial"/>
              </a:rPr>
              <a:t> </a:t>
            </a:r>
            <a:r>
              <a:rPr sz="1600" dirty="0">
                <a:solidFill>
                  <a:srgbClr val="404040"/>
                </a:solidFill>
                <a:latin typeface="Arial"/>
                <a:cs typeface="Arial"/>
              </a:rPr>
              <a:t>and</a:t>
            </a:r>
            <a:r>
              <a:rPr sz="1600" spc="-35" dirty="0">
                <a:solidFill>
                  <a:srgbClr val="404040"/>
                </a:solidFill>
                <a:latin typeface="Arial"/>
                <a:cs typeface="Arial"/>
              </a:rPr>
              <a:t> </a:t>
            </a:r>
            <a:r>
              <a:rPr sz="1600" dirty="0">
                <a:solidFill>
                  <a:srgbClr val="404040"/>
                </a:solidFill>
                <a:latin typeface="Arial"/>
                <a:cs typeface="Arial"/>
              </a:rPr>
              <a:t>implementing</a:t>
            </a:r>
            <a:r>
              <a:rPr sz="1600" spc="-50" dirty="0">
                <a:solidFill>
                  <a:srgbClr val="404040"/>
                </a:solidFill>
                <a:latin typeface="Arial"/>
                <a:cs typeface="Arial"/>
              </a:rPr>
              <a:t> </a:t>
            </a:r>
            <a:r>
              <a:rPr sz="1600" dirty="0">
                <a:solidFill>
                  <a:srgbClr val="404040"/>
                </a:solidFill>
                <a:latin typeface="Arial"/>
                <a:cs typeface="Arial"/>
              </a:rPr>
              <a:t>the</a:t>
            </a:r>
            <a:r>
              <a:rPr sz="1600" spc="-35" dirty="0">
                <a:solidFill>
                  <a:srgbClr val="404040"/>
                </a:solidFill>
                <a:latin typeface="Arial"/>
                <a:cs typeface="Arial"/>
              </a:rPr>
              <a:t> </a:t>
            </a:r>
            <a:r>
              <a:rPr sz="1600" spc="-10" dirty="0">
                <a:solidFill>
                  <a:srgbClr val="404040"/>
                </a:solidFill>
                <a:latin typeface="Arial"/>
                <a:cs typeface="Arial"/>
              </a:rPr>
              <a:t>Medication </a:t>
            </a:r>
            <a:r>
              <a:rPr sz="1600" dirty="0">
                <a:solidFill>
                  <a:srgbClr val="404040"/>
                </a:solidFill>
                <a:latin typeface="Arial"/>
                <a:cs typeface="Arial"/>
              </a:rPr>
              <a:t>Adherence</a:t>
            </a:r>
            <a:r>
              <a:rPr sz="1600" spc="-75" dirty="0">
                <a:solidFill>
                  <a:srgbClr val="404040"/>
                </a:solidFill>
                <a:latin typeface="Arial"/>
                <a:cs typeface="Arial"/>
              </a:rPr>
              <a:t> </a:t>
            </a:r>
            <a:r>
              <a:rPr sz="1600" spc="-20" dirty="0">
                <a:solidFill>
                  <a:srgbClr val="404040"/>
                </a:solidFill>
                <a:latin typeface="Arial"/>
                <a:cs typeface="Arial"/>
              </a:rPr>
              <a:t>Tracker.</a:t>
            </a:r>
            <a:r>
              <a:rPr sz="1600" spc="-65" dirty="0">
                <a:solidFill>
                  <a:srgbClr val="404040"/>
                </a:solidFill>
                <a:latin typeface="Arial"/>
                <a:cs typeface="Arial"/>
              </a:rPr>
              <a:t> </a:t>
            </a:r>
            <a:r>
              <a:rPr sz="1600" dirty="0">
                <a:solidFill>
                  <a:srgbClr val="404040"/>
                </a:solidFill>
                <a:latin typeface="Arial"/>
                <a:cs typeface="Arial"/>
              </a:rPr>
              <a:t>The</a:t>
            </a:r>
            <a:r>
              <a:rPr sz="1600" spc="-50" dirty="0">
                <a:solidFill>
                  <a:srgbClr val="404040"/>
                </a:solidFill>
                <a:latin typeface="Arial"/>
                <a:cs typeface="Arial"/>
              </a:rPr>
              <a:t> </a:t>
            </a:r>
            <a:r>
              <a:rPr sz="1600" dirty="0">
                <a:solidFill>
                  <a:srgbClr val="404040"/>
                </a:solidFill>
                <a:latin typeface="Arial"/>
                <a:cs typeface="Arial"/>
              </a:rPr>
              <a:t>system</a:t>
            </a:r>
            <a:r>
              <a:rPr sz="1600" spc="-35" dirty="0">
                <a:solidFill>
                  <a:srgbClr val="404040"/>
                </a:solidFill>
                <a:latin typeface="Arial"/>
                <a:cs typeface="Arial"/>
              </a:rPr>
              <a:t> </a:t>
            </a:r>
            <a:r>
              <a:rPr sz="1600" dirty="0">
                <a:solidFill>
                  <a:srgbClr val="404040"/>
                </a:solidFill>
                <a:latin typeface="Arial"/>
                <a:cs typeface="Arial"/>
              </a:rPr>
              <a:t>focuses</a:t>
            </a:r>
            <a:r>
              <a:rPr sz="1600" spc="-50" dirty="0">
                <a:solidFill>
                  <a:srgbClr val="404040"/>
                </a:solidFill>
                <a:latin typeface="Arial"/>
                <a:cs typeface="Arial"/>
              </a:rPr>
              <a:t> </a:t>
            </a:r>
            <a:r>
              <a:rPr sz="1600" dirty="0">
                <a:solidFill>
                  <a:srgbClr val="404040"/>
                </a:solidFill>
                <a:latin typeface="Arial"/>
                <a:cs typeface="Arial"/>
              </a:rPr>
              <a:t>on</a:t>
            </a:r>
            <a:r>
              <a:rPr sz="1600" spc="-45" dirty="0">
                <a:solidFill>
                  <a:srgbClr val="404040"/>
                </a:solidFill>
                <a:latin typeface="Arial"/>
                <a:cs typeface="Arial"/>
              </a:rPr>
              <a:t> </a:t>
            </a:r>
            <a:r>
              <a:rPr sz="1600" dirty="0">
                <a:solidFill>
                  <a:srgbClr val="404040"/>
                </a:solidFill>
                <a:latin typeface="Arial"/>
                <a:cs typeface="Arial"/>
              </a:rPr>
              <a:t>medication</a:t>
            </a:r>
            <a:r>
              <a:rPr sz="1600" spc="-65" dirty="0">
                <a:solidFill>
                  <a:srgbClr val="404040"/>
                </a:solidFill>
                <a:latin typeface="Arial"/>
                <a:cs typeface="Arial"/>
              </a:rPr>
              <a:t> </a:t>
            </a:r>
            <a:r>
              <a:rPr sz="1600" dirty="0">
                <a:solidFill>
                  <a:srgbClr val="404040"/>
                </a:solidFill>
                <a:latin typeface="Arial"/>
                <a:cs typeface="Arial"/>
              </a:rPr>
              <a:t>scheduling,</a:t>
            </a:r>
            <a:r>
              <a:rPr sz="1600" spc="-70" dirty="0">
                <a:solidFill>
                  <a:srgbClr val="404040"/>
                </a:solidFill>
                <a:latin typeface="Arial"/>
                <a:cs typeface="Arial"/>
              </a:rPr>
              <a:t> </a:t>
            </a:r>
            <a:r>
              <a:rPr sz="1600" dirty="0">
                <a:solidFill>
                  <a:srgbClr val="404040"/>
                </a:solidFill>
                <a:latin typeface="Arial"/>
                <a:cs typeface="Arial"/>
              </a:rPr>
              <a:t>intake</a:t>
            </a:r>
            <a:r>
              <a:rPr sz="1600" spc="-60" dirty="0">
                <a:solidFill>
                  <a:srgbClr val="404040"/>
                </a:solidFill>
                <a:latin typeface="Arial"/>
                <a:cs typeface="Arial"/>
              </a:rPr>
              <a:t> </a:t>
            </a:r>
            <a:r>
              <a:rPr sz="1600" dirty="0">
                <a:solidFill>
                  <a:srgbClr val="404040"/>
                </a:solidFill>
                <a:latin typeface="Arial"/>
                <a:cs typeface="Arial"/>
              </a:rPr>
              <a:t>logging,</a:t>
            </a:r>
            <a:r>
              <a:rPr sz="1600" spc="-65" dirty="0">
                <a:solidFill>
                  <a:srgbClr val="404040"/>
                </a:solidFill>
                <a:latin typeface="Arial"/>
                <a:cs typeface="Arial"/>
              </a:rPr>
              <a:t> </a:t>
            </a:r>
            <a:r>
              <a:rPr sz="1600" dirty="0">
                <a:solidFill>
                  <a:srgbClr val="404040"/>
                </a:solidFill>
                <a:latin typeface="Arial"/>
                <a:cs typeface="Arial"/>
              </a:rPr>
              <a:t>reminders,</a:t>
            </a:r>
            <a:r>
              <a:rPr sz="1600" spc="-30" dirty="0">
                <a:solidFill>
                  <a:srgbClr val="404040"/>
                </a:solidFill>
                <a:latin typeface="Arial"/>
                <a:cs typeface="Arial"/>
              </a:rPr>
              <a:t> </a:t>
            </a:r>
            <a:r>
              <a:rPr sz="1600" dirty="0">
                <a:solidFill>
                  <a:srgbClr val="404040"/>
                </a:solidFill>
                <a:latin typeface="Arial"/>
                <a:cs typeface="Arial"/>
              </a:rPr>
              <a:t>adherence</a:t>
            </a:r>
            <a:r>
              <a:rPr sz="1600" spc="-55" dirty="0">
                <a:solidFill>
                  <a:srgbClr val="404040"/>
                </a:solidFill>
                <a:latin typeface="Arial"/>
                <a:cs typeface="Arial"/>
              </a:rPr>
              <a:t> </a:t>
            </a:r>
            <a:r>
              <a:rPr sz="1600" dirty="0">
                <a:solidFill>
                  <a:srgbClr val="404040"/>
                </a:solidFill>
                <a:latin typeface="Arial"/>
                <a:cs typeface="Arial"/>
              </a:rPr>
              <a:t>analysis,</a:t>
            </a:r>
            <a:r>
              <a:rPr sz="1600" spc="-45" dirty="0">
                <a:solidFill>
                  <a:srgbClr val="404040"/>
                </a:solidFill>
                <a:latin typeface="Arial"/>
                <a:cs typeface="Arial"/>
              </a:rPr>
              <a:t> </a:t>
            </a:r>
            <a:r>
              <a:rPr sz="1600" spc="-25" dirty="0">
                <a:solidFill>
                  <a:srgbClr val="404040"/>
                </a:solidFill>
                <a:latin typeface="Arial"/>
                <a:cs typeface="Arial"/>
              </a:rPr>
              <a:t>and </a:t>
            </a:r>
            <a:r>
              <a:rPr sz="1600" spc="-10" dirty="0">
                <a:solidFill>
                  <a:srgbClr val="404040"/>
                </a:solidFill>
                <a:latin typeface="Arial"/>
                <a:cs typeface="Arial"/>
              </a:rPr>
              <a:t>monitoring</a:t>
            </a:r>
            <a:r>
              <a:rPr sz="1600" spc="-45" dirty="0">
                <a:solidFill>
                  <a:srgbClr val="404040"/>
                </a:solidFill>
                <a:latin typeface="Arial"/>
                <a:cs typeface="Arial"/>
              </a:rPr>
              <a:t> </a:t>
            </a:r>
            <a:r>
              <a:rPr sz="1600" dirty="0">
                <a:solidFill>
                  <a:srgbClr val="404040"/>
                </a:solidFill>
                <a:latin typeface="Arial"/>
                <a:cs typeface="Arial"/>
              </a:rPr>
              <a:t>by</a:t>
            </a:r>
            <a:r>
              <a:rPr sz="1600" spc="-40" dirty="0">
                <a:solidFill>
                  <a:srgbClr val="404040"/>
                </a:solidFill>
                <a:latin typeface="Arial"/>
                <a:cs typeface="Arial"/>
              </a:rPr>
              <a:t> </a:t>
            </a:r>
            <a:r>
              <a:rPr sz="1600" dirty="0">
                <a:solidFill>
                  <a:srgbClr val="404040"/>
                </a:solidFill>
                <a:latin typeface="Arial"/>
                <a:cs typeface="Arial"/>
              </a:rPr>
              <a:t>authorized</a:t>
            </a:r>
            <a:r>
              <a:rPr sz="1600" spc="-30" dirty="0">
                <a:solidFill>
                  <a:srgbClr val="404040"/>
                </a:solidFill>
                <a:latin typeface="Arial"/>
                <a:cs typeface="Arial"/>
              </a:rPr>
              <a:t> </a:t>
            </a:r>
            <a:r>
              <a:rPr sz="1600" dirty="0">
                <a:solidFill>
                  <a:srgbClr val="404040"/>
                </a:solidFill>
                <a:latin typeface="Arial"/>
                <a:cs typeface="Arial"/>
              </a:rPr>
              <a:t>caregivers</a:t>
            </a:r>
            <a:r>
              <a:rPr sz="1600" spc="-40" dirty="0">
                <a:solidFill>
                  <a:srgbClr val="404040"/>
                </a:solidFill>
                <a:latin typeface="Arial"/>
                <a:cs typeface="Arial"/>
              </a:rPr>
              <a:t> </a:t>
            </a:r>
            <a:r>
              <a:rPr sz="1600" dirty="0">
                <a:solidFill>
                  <a:srgbClr val="404040"/>
                </a:solidFill>
                <a:latin typeface="Arial"/>
                <a:cs typeface="Arial"/>
              </a:rPr>
              <a:t>or</a:t>
            </a:r>
            <a:r>
              <a:rPr sz="1600" spc="-30" dirty="0">
                <a:solidFill>
                  <a:srgbClr val="404040"/>
                </a:solidFill>
                <a:latin typeface="Arial"/>
                <a:cs typeface="Arial"/>
              </a:rPr>
              <a:t> </a:t>
            </a:r>
            <a:r>
              <a:rPr sz="1600" spc="-10" dirty="0">
                <a:solidFill>
                  <a:srgbClr val="404040"/>
                </a:solidFill>
                <a:latin typeface="Arial"/>
                <a:cs typeface="Arial"/>
              </a:rPr>
              <a:t>doctors.</a:t>
            </a:r>
            <a:endParaRPr sz="1600">
              <a:latin typeface="Arial"/>
              <a:cs typeface="Arial"/>
            </a:endParaRPr>
          </a:p>
          <a:p>
            <a:pPr marL="12700" marR="8232140" indent="306070">
              <a:lnSpc>
                <a:spcPct val="141200"/>
              </a:lnSpc>
              <a:spcBef>
                <a:spcPts val="5"/>
              </a:spcBef>
              <a:buClr>
                <a:srgbClr val="1CACE3"/>
              </a:buClr>
              <a:buSzPct val="90625"/>
              <a:buFont typeface="Cambria"/>
              <a:buChar char="◾"/>
              <a:tabLst>
                <a:tab pos="318770" algn="l"/>
              </a:tabLst>
            </a:pPr>
            <a:r>
              <a:rPr sz="1600" b="1" dirty="0">
                <a:solidFill>
                  <a:srgbClr val="404040"/>
                </a:solidFill>
                <a:latin typeface="Arial"/>
                <a:cs typeface="Arial"/>
              </a:rPr>
              <a:t>System</a:t>
            </a:r>
            <a:r>
              <a:rPr sz="1600" b="1" spc="-55" dirty="0">
                <a:solidFill>
                  <a:srgbClr val="404040"/>
                </a:solidFill>
                <a:latin typeface="Arial"/>
                <a:cs typeface="Arial"/>
              </a:rPr>
              <a:t> </a:t>
            </a:r>
            <a:r>
              <a:rPr sz="1600" b="1" spc="-10" dirty="0">
                <a:solidFill>
                  <a:srgbClr val="404040"/>
                </a:solidFill>
                <a:latin typeface="Arial"/>
                <a:cs typeface="Arial"/>
              </a:rPr>
              <a:t>Requirements </a:t>
            </a:r>
            <a:r>
              <a:rPr sz="1600" b="1" dirty="0">
                <a:solidFill>
                  <a:srgbClr val="404040"/>
                </a:solidFill>
                <a:latin typeface="Arial"/>
                <a:cs typeface="Arial"/>
              </a:rPr>
              <a:t>Hardware</a:t>
            </a:r>
            <a:r>
              <a:rPr sz="1600" b="1" spc="-70" dirty="0">
                <a:solidFill>
                  <a:srgbClr val="404040"/>
                </a:solidFill>
                <a:latin typeface="Arial"/>
                <a:cs typeface="Arial"/>
              </a:rPr>
              <a:t> </a:t>
            </a:r>
            <a:r>
              <a:rPr sz="1600" b="1" spc="-10" dirty="0">
                <a:solidFill>
                  <a:srgbClr val="404040"/>
                </a:solidFill>
                <a:latin typeface="Arial"/>
                <a:cs typeface="Arial"/>
              </a:rPr>
              <a:t>Requirements</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dirty="0">
                <a:solidFill>
                  <a:srgbClr val="404040"/>
                </a:solidFill>
                <a:latin typeface="Arial"/>
                <a:cs typeface="Arial"/>
              </a:rPr>
              <a:t>Smartphone</a:t>
            </a:r>
            <a:r>
              <a:rPr sz="1600" spc="-55" dirty="0">
                <a:solidFill>
                  <a:srgbClr val="404040"/>
                </a:solidFill>
                <a:latin typeface="Arial"/>
                <a:cs typeface="Arial"/>
              </a:rPr>
              <a:t> </a:t>
            </a:r>
            <a:r>
              <a:rPr sz="1600" dirty="0">
                <a:solidFill>
                  <a:srgbClr val="404040"/>
                </a:solidFill>
                <a:latin typeface="Arial"/>
                <a:cs typeface="Arial"/>
              </a:rPr>
              <a:t>for</a:t>
            </a:r>
            <a:r>
              <a:rPr sz="1600" spc="-65" dirty="0">
                <a:solidFill>
                  <a:srgbClr val="404040"/>
                </a:solidFill>
                <a:latin typeface="Arial"/>
                <a:cs typeface="Arial"/>
              </a:rPr>
              <a:t> </a:t>
            </a:r>
            <a:r>
              <a:rPr sz="1600" spc="-10" dirty="0">
                <a:solidFill>
                  <a:srgbClr val="404040"/>
                </a:solidFill>
                <a:latin typeface="Arial"/>
                <a:cs typeface="Arial"/>
              </a:rPr>
              <a:t>patients</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spc="-10" dirty="0">
                <a:solidFill>
                  <a:srgbClr val="404040"/>
                </a:solidFill>
                <a:latin typeface="Arial"/>
                <a:cs typeface="Arial"/>
              </a:rPr>
              <a:t>Computer/Laptop </a:t>
            </a:r>
            <a:r>
              <a:rPr sz="1600" dirty="0">
                <a:solidFill>
                  <a:srgbClr val="404040"/>
                </a:solidFill>
                <a:latin typeface="Arial"/>
                <a:cs typeface="Arial"/>
              </a:rPr>
              <a:t>for</a:t>
            </a:r>
            <a:r>
              <a:rPr sz="1600" spc="-25" dirty="0">
                <a:solidFill>
                  <a:srgbClr val="404040"/>
                </a:solidFill>
                <a:latin typeface="Arial"/>
                <a:cs typeface="Arial"/>
              </a:rPr>
              <a:t> </a:t>
            </a:r>
            <a:r>
              <a:rPr sz="1600" dirty="0">
                <a:solidFill>
                  <a:srgbClr val="404040"/>
                </a:solidFill>
                <a:latin typeface="Arial"/>
                <a:cs typeface="Arial"/>
              </a:rPr>
              <a:t>caregivers</a:t>
            </a:r>
            <a:r>
              <a:rPr sz="1600" spc="-25" dirty="0">
                <a:solidFill>
                  <a:srgbClr val="404040"/>
                </a:solidFill>
                <a:latin typeface="Arial"/>
                <a:cs typeface="Arial"/>
              </a:rPr>
              <a:t> </a:t>
            </a:r>
            <a:r>
              <a:rPr sz="1600" dirty="0">
                <a:solidFill>
                  <a:srgbClr val="404040"/>
                </a:solidFill>
                <a:latin typeface="Arial"/>
                <a:cs typeface="Arial"/>
              </a:rPr>
              <a:t>and</a:t>
            </a:r>
            <a:r>
              <a:rPr sz="1600" spc="-40" dirty="0">
                <a:solidFill>
                  <a:srgbClr val="404040"/>
                </a:solidFill>
                <a:latin typeface="Arial"/>
                <a:cs typeface="Arial"/>
              </a:rPr>
              <a:t> </a:t>
            </a:r>
            <a:r>
              <a:rPr sz="1600" spc="-10" dirty="0">
                <a:solidFill>
                  <a:srgbClr val="404040"/>
                </a:solidFill>
                <a:latin typeface="Arial"/>
                <a:cs typeface="Arial"/>
              </a:rPr>
              <a:t>doctors</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dirty="0">
                <a:solidFill>
                  <a:srgbClr val="404040"/>
                </a:solidFill>
                <a:latin typeface="Arial"/>
                <a:cs typeface="Arial"/>
              </a:rPr>
              <a:t>Server: 2</a:t>
            </a:r>
            <a:r>
              <a:rPr sz="1600" spc="-20" dirty="0">
                <a:solidFill>
                  <a:srgbClr val="404040"/>
                </a:solidFill>
                <a:latin typeface="Arial"/>
                <a:cs typeface="Arial"/>
              </a:rPr>
              <a:t> </a:t>
            </a:r>
            <a:r>
              <a:rPr sz="1600" dirty="0">
                <a:solidFill>
                  <a:srgbClr val="404040"/>
                </a:solidFill>
                <a:latin typeface="Arial"/>
                <a:cs typeface="Arial"/>
              </a:rPr>
              <a:t>vCPU,</a:t>
            </a:r>
            <a:r>
              <a:rPr sz="1600" spc="-20" dirty="0">
                <a:solidFill>
                  <a:srgbClr val="404040"/>
                </a:solidFill>
                <a:latin typeface="Arial"/>
                <a:cs typeface="Arial"/>
              </a:rPr>
              <a:t> </a:t>
            </a:r>
            <a:r>
              <a:rPr sz="1600" dirty="0">
                <a:solidFill>
                  <a:srgbClr val="404040"/>
                </a:solidFill>
                <a:latin typeface="Arial"/>
                <a:cs typeface="Arial"/>
              </a:rPr>
              <a:t>4</a:t>
            </a:r>
            <a:r>
              <a:rPr sz="1600" spc="-10" dirty="0">
                <a:solidFill>
                  <a:srgbClr val="404040"/>
                </a:solidFill>
                <a:latin typeface="Arial"/>
                <a:cs typeface="Arial"/>
              </a:rPr>
              <a:t> </a:t>
            </a:r>
            <a:r>
              <a:rPr sz="1600" dirty="0">
                <a:solidFill>
                  <a:srgbClr val="404040"/>
                </a:solidFill>
                <a:latin typeface="Arial"/>
                <a:cs typeface="Arial"/>
              </a:rPr>
              <a:t>GB</a:t>
            </a:r>
            <a:r>
              <a:rPr sz="1600" spc="-5" dirty="0">
                <a:solidFill>
                  <a:srgbClr val="404040"/>
                </a:solidFill>
                <a:latin typeface="Arial"/>
                <a:cs typeface="Arial"/>
              </a:rPr>
              <a:t> </a:t>
            </a:r>
            <a:r>
              <a:rPr sz="1600" spc="-25" dirty="0">
                <a:solidFill>
                  <a:srgbClr val="404040"/>
                </a:solidFill>
                <a:latin typeface="Arial"/>
                <a:cs typeface="Arial"/>
              </a:rPr>
              <a:t>RAM</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dirty="0">
                <a:solidFill>
                  <a:srgbClr val="404040"/>
                </a:solidFill>
                <a:latin typeface="Arial"/>
                <a:cs typeface="Arial"/>
              </a:rPr>
              <a:t>Internet connection</a:t>
            </a:r>
            <a:r>
              <a:rPr sz="1600" spc="-35" dirty="0">
                <a:solidFill>
                  <a:srgbClr val="404040"/>
                </a:solidFill>
                <a:latin typeface="Arial"/>
                <a:cs typeface="Arial"/>
              </a:rPr>
              <a:t> </a:t>
            </a:r>
            <a:r>
              <a:rPr sz="1600" dirty="0">
                <a:solidFill>
                  <a:srgbClr val="404040"/>
                </a:solidFill>
                <a:latin typeface="Arial"/>
                <a:cs typeface="Arial"/>
              </a:rPr>
              <a:t>for</a:t>
            </a:r>
            <a:r>
              <a:rPr sz="1600" spc="-10" dirty="0">
                <a:solidFill>
                  <a:srgbClr val="404040"/>
                </a:solidFill>
                <a:latin typeface="Arial"/>
                <a:cs typeface="Arial"/>
              </a:rPr>
              <a:t> synchronization</a:t>
            </a:r>
            <a:r>
              <a:rPr sz="1600" spc="-30" dirty="0">
                <a:solidFill>
                  <a:srgbClr val="404040"/>
                </a:solidFill>
                <a:latin typeface="Arial"/>
                <a:cs typeface="Arial"/>
              </a:rPr>
              <a:t> </a:t>
            </a:r>
            <a:r>
              <a:rPr sz="1600" dirty="0">
                <a:solidFill>
                  <a:srgbClr val="404040"/>
                </a:solidFill>
                <a:latin typeface="Arial"/>
                <a:cs typeface="Arial"/>
              </a:rPr>
              <a:t>and</a:t>
            </a:r>
            <a:r>
              <a:rPr sz="1600" spc="-15" dirty="0">
                <a:solidFill>
                  <a:srgbClr val="404040"/>
                </a:solidFill>
                <a:latin typeface="Arial"/>
                <a:cs typeface="Arial"/>
              </a:rPr>
              <a:t> </a:t>
            </a:r>
            <a:r>
              <a:rPr sz="1600" spc="-10" dirty="0">
                <a:solidFill>
                  <a:srgbClr val="404040"/>
                </a:solidFill>
                <a:latin typeface="Arial"/>
                <a:cs typeface="Arial"/>
              </a:rPr>
              <a:t>notifications</a:t>
            </a:r>
            <a:endParaRPr sz="1600">
              <a:latin typeface="Arial"/>
              <a:cs typeface="Arial"/>
            </a:endParaRPr>
          </a:p>
          <a:p>
            <a:pPr marL="12700">
              <a:lnSpc>
                <a:spcPct val="100000"/>
              </a:lnSpc>
              <a:spcBef>
                <a:spcPts val="790"/>
              </a:spcBef>
            </a:pPr>
            <a:r>
              <a:rPr sz="1600" b="1" dirty="0">
                <a:solidFill>
                  <a:srgbClr val="404040"/>
                </a:solidFill>
                <a:latin typeface="Arial"/>
                <a:cs typeface="Arial"/>
              </a:rPr>
              <a:t>Software</a:t>
            </a:r>
            <a:r>
              <a:rPr sz="1600" b="1" spc="-60" dirty="0">
                <a:solidFill>
                  <a:srgbClr val="404040"/>
                </a:solidFill>
                <a:latin typeface="Arial"/>
                <a:cs typeface="Arial"/>
              </a:rPr>
              <a:t> </a:t>
            </a:r>
            <a:r>
              <a:rPr sz="1600" b="1" spc="-10" dirty="0">
                <a:solidFill>
                  <a:srgbClr val="404040"/>
                </a:solidFill>
                <a:latin typeface="Arial"/>
                <a:cs typeface="Arial"/>
              </a:rPr>
              <a:t>Requirements</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dirty="0">
                <a:solidFill>
                  <a:srgbClr val="404040"/>
                </a:solidFill>
                <a:latin typeface="Arial"/>
                <a:cs typeface="Arial"/>
              </a:rPr>
              <a:t>Operating</a:t>
            </a:r>
            <a:r>
              <a:rPr sz="1600" spc="-50" dirty="0">
                <a:solidFill>
                  <a:srgbClr val="404040"/>
                </a:solidFill>
                <a:latin typeface="Arial"/>
                <a:cs typeface="Arial"/>
              </a:rPr>
              <a:t> </a:t>
            </a:r>
            <a:r>
              <a:rPr sz="1600" dirty="0">
                <a:solidFill>
                  <a:srgbClr val="404040"/>
                </a:solidFill>
                <a:latin typeface="Arial"/>
                <a:cs typeface="Arial"/>
              </a:rPr>
              <a:t>System:</a:t>
            </a:r>
            <a:r>
              <a:rPr sz="1600" spc="-35" dirty="0">
                <a:solidFill>
                  <a:srgbClr val="404040"/>
                </a:solidFill>
                <a:latin typeface="Arial"/>
                <a:cs typeface="Arial"/>
              </a:rPr>
              <a:t> </a:t>
            </a:r>
            <a:r>
              <a:rPr sz="1600" spc="-10" dirty="0">
                <a:solidFill>
                  <a:srgbClr val="404040"/>
                </a:solidFill>
                <a:latin typeface="Arial"/>
                <a:cs typeface="Arial"/>
              </a:rPr>
              <a:t>Windows/Linux/Android</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dirty="0">
                <a:solidFill>
                  <a:srgbClr val="404040"/>
                </a:solidFill>
                <a:latin typeface="Arial"/>
                <a:cs typeface="Arial"/>
              </a:rPr>
              <a:t>Frontend:</a:t>
            </a:r>
            <a:r>
              <a:rPr sz="1600" spc="-10" dirty="0">
                <a:solidFill>
                  <a:srgbClr val="404040"/>
                </a:solidFill>
                <a:latin typeface="Arial"/>
                <a:cs typeface="Arial"/>
              </a:rPr>
              <a:t> </a:t>
            </a:r>
            <a:r>
              <a:rPr sz="1600" dirty="0">
                <a:solidFill>
                  <a:srgbClr val="404040"/>
                </a:solidFill>
                <a:latin typeface="Arial"/>
                <a:cs typeface="Arial"/>
              </a:rPr>
              <a:t>React.js</a:t>
            </a:r>
            <a:r>
              <a:rPr sz="1600" spc="-30" dirty="0">
                <a:solidFill>
                  <a:srgbClr val="404040"/>
                </a:solidFill>
                <a:latin typeface="Arial"/>
                <a:cs typeface="Arial"/>
              </a:rPr>
              <a:t> </a:t>
            </a:r>
            <a:r>
              <a:rPr sz="1600" dirty="0">
                <a:solidFill>
                  <a:srgbClr val="404040"/>
                </a:solidFill>
                <a:latin typeface="Arial"/>
                <a:cs typeface="Arial"/>
              </a:rPr>
              <a:t>/</a:t>
            </a:r>
            <a:r>
              <a:rPr sz="1600" spc="-25" dirty="0">
                <a:solidFill>
                  <a:srgbClr val="404040"/>
                </a:solidFill>
                <a:latin typeface="Arial"/>
                <a:cs typeface="Arial"/>
              </a:rPr>
              <a:t> </a:t>
            </a:r>
            <a:r>
              <a:rPr sz="1600" dirty="0">
                <a:solidFill>
                  <a:srgbClr val="404040"/>
                </a:solidFill>
                <a:latin typeface="Arial"/>
                <a:cs typeface="Arial"/>
              </a:rPr>
              <a:t>React</a:t>
            </a:r>
            <a:r>
              <a:rPr sz="1600" spc="-20" dirty="0">
                <a:solidFill>
                  <a:srgbClr val="404040"/>
                </a:solidFill>
                <a:latin typeface="Arial"/>
                <a:cs typeface="Arial"/>
              </a:rPr>
              <a:t> </a:t>
            </a:r>
            <a:r>
              <a:rPr sz="1600" spc="-10" dirty="0">
                <a:solidFill>
                  <a:srgbClr val="404040"/>
                </a:solidFill>
                <a:latin typeface="Arial"/>
                <a:cs typeface="Arial"/>
              </a:rPr>
              <a:t>Native</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dirty="0">
                <a:solidFill>
                  <a:srgbClr val="404040"/>
                </a:solidFill>
                <a:latin typeface="Arial"/>
                <a:cs typeface="Arial"/>
              </a:rPr>
              <a:t>Backend:</a:t>
            </a:r>
            <a:r>
              <a:rPr sz="1600" spc="-50" dirty="0">
                <a:solidFill>
                  <a:srgbClr val="404040"/>
                </a:solidFill>
                <a:latin typeface="Arial"/>
                <a:cs typeface="Arial"/>
              </a:rPr>
              <a:t> </a:t>
            </a:r>
            <a:r>
              <a:rPr sz="1600" dirty="0">
                <a:solidFill>
                  <a:srgbClr val="404040"/>
                </a:solidFill>
                <a:latin typeface="Arial"/>
                <a:cs typeface="Arial"/>
              </a:rPr>
              <a:t>Python</a:t>
            </a:r>
            <a:r>
              <a:rPr sz="1600" spc="-30" dirty="0">
                <a:solidFill>
                  <a:srgbClr val="404040"/>
                </a:solidFill>
                <a:latin typeface="Arial"/>
                <a:cs typeface="Arial"/>
              </a:rPr>
              <a:t> </a:t>
            </a:r>
            <a:r>
              <a:rPr sz="1600" dirty="0">
                <a:solidFill>
                  <a:srgbClr val="404040"/>
                </a:solidFill>
                <a:latin typeface="Arial"/>
                <a:cs typeface="Arial"/>
              </a:rPr>
              <a:t>with</a:t>
            </a:r>
            <a:r>
              <a:rPr sz="1600" spc="-25" dirty="0">
                <a:solidFill>
                  <a:srgbClr val="404040"/>
                </a:solidFill>
                <a:latin typeface="Arial"/>
                <a:cs typeface="Arial"/>
              </a:rPr>
              <a:t> </a:t>
            </a:r>
            <a:r>
              <a:rPr sz="1600" spc="-10" dirty="0">
                <a:solidFill>
                  <a:srgbClr val="404040"/>
                </a:solidFill>
                <a:latin typeface="Arial"/>
                <a:cs typeface="Arial"/>
              </a:rPr>
              <a:t>FastAPI</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dirty="0">
                <a:solidFill>
                  <a:srgbClr val="404040"/>
                </a:solidFill>
                <a:latin typeface="Arial"/>
                <a:cs typeface="Arial"/>
              </a:rPr>
              <a:t>Database:</a:t>
            </a:r>
            <a:r>
              <a:rPr sz="1600" spc="-60" dirty="0">
                <a:solidFill>
                  <a:srgbClr val="404040"/>
                </a:solidFill>
                <a:latin typeface="Arial"/>
                <a:cs typeface="Arial"/>
              </a:rPr>
              <a:t> </a:t>
            </a:r>
            <a:r>
              <a:rPr sz="1600" spc="-10" dirty="0">
                <a:solidFill>
                  <a:srgbClr val="404040"/>
                </a:solidFill>
                <a:latin typeface="Arial"/>
                <a:cs typeface="Arial"/>
              </a:rPr>
              <a:t>PostgreSQL</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dirty="0">
                <a:solidFill>
                  <a:srgbClr val="404040"/>
                </a:solidFill>
                <a:latin typeface="Arial"/>
                <a:cs typeface="Arial"/>
              </a:rPr>
              <a:t>Web</a:t>
            </a:r>
            <a:r>
              <a:rPr sz="1600" spc="-65" dirty="0">
                <a:solidFill>
                  <a:srgbClr val="404040"/>
                </a:solidFill>
                <a:latin typeface="Arial"/>
                <a:cs typeface="Arial"/>
              </a:rPr>
              <a:t> </a:t>
            </a:r>
            <a:r>
              <a:rPr sz="1600" dirty="0">
                <a:solidFill>
                  <a:srgbClr val="404040"/>
                </a:solidFill>
                <a:latin typeface="Arial"/>
                <a:cs typeface="Arial"/>
              </a:rPr>
              <a:t>Browser:</a:t>
            </a:r>
            <a:r>
              <a:rPr sz="1600" spc="-30" dirty="0">
                <a:solidFill>
                  <a:srgbClr val="404040"/>
                </a:solidFill>
                <a:latin typeface="Arial"/>
                <a:cs typeface="Arial"/>
              </a:rPr>
              <a:t> </a:t>
            </a:r>
            <a:r>
              <a:rPr sz="1600" spc="-10" dirty="0">
                <a:solidFill>
                  <a:srgbClr val="404040"/>
                </a:solidFill>
                <a:latin typeface="Arial"/>
                <a:cs typeface="Arial"/>
              </a:rPr>
              <a:t>Chrome/Edge/Firefox</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dirty="0">
                <a:solidFill>
                  <a:srgbClr val="404040"/>
                </a:solidFill>
                <a:latin typeface="Arial"/>
                <a:cs typeface="Arial"/>
              </a:rPr>
              <a:t>Code</a:t>
            </a:r>
            <a:r>
              <a:rPr sz="1600" spc="-20" dirty="0">
                <a:solidFill>
                  <a:srgbClr val="404040"/>
                </a:solidFill>
                <a:latin typeface="Arial"/>
                <a:cs typeface="Arial"/>
              </a:rPr>
              <a:t> </a:t>
            </a:r>
            <a:r>
              <a:rPr sz="1600" dirty="0">
                <a:solidFill>
                  <a:srgbClr val="404040"/>
                </a:solidFill>
                <a:latin typeface="Arial"/>
                <a:cs typeface="Arial"/>
              </a:rPr>
              <a:t>Editor:</a:t>
            </a:r>
            <a:r>
              <a:rPr sz="1600" spc="-10" dirty="0">
                <a:solidFill>
                  <a:srgbClr val="404040"/>
                </a:solidFill>
                <a:latin typeface="Arial"/>
                <a:cs typeface="Arial"/>
              </a:rPr>
              <a:t> </a:t>
            </a:r>
            <a:r>
              <a:rPr sz="1600" dirty="0">
                <a:solidFill>
                  <a:srgbClr val="404040"/>
                </a:solidFill>
                <a:latin typeface="Arial"/>
                <a:cs typeface="Arial"/>
              </a:rPr>
              <a:t>VS</a:t>
            </a:r>
            <a:r>
              <a:rPr sz="1600" spc="-15" dirty="0">
                <a:solidFill>
                  <a:srgbClr val="404040"/>
                </a:solidFill>
                <a:latin typeface="Arial"/>
                <a:cs typeface="Arial"/>
              </a:rPr>
              <a:t> </a:t>
            </a:r>
            <a:r>
              <a:rPr sz="1600" spc="-20" dirty="0">
                <a:solidFill>
                  <a:srgbClr val="404040"/>
                </a:solidFill>
                <a:latin typeface="Arial"/>
                <a:cs typeface="Arial"/>
              </a:rPr>
              <a:t>Code</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dirty="0">
                <a:solidFill>
                  <a:srgbClr val="404040"/>
                </a:solidFill>
                <a:latin typeface="Arial"/>
                <a:cs typeface="Arial"/>
              </a:rPr>
              <a:t>API</a:t>
            </a:r>
            <a:r>
              <a:rPr sz="1600" spc="-50" dirty="0">
                <a:solidFill>
                  <a:srgbClr val="404040"/>
                </a:solidFill>
                <a:latin typeface="Arial"/>
                <a:cs typeface="Arial"/>
              </a:rPr>
              <a:t> </a:t>
            </a:r>
            <a:r>
              <a:rPr sz="1600" spc="-25" dirty="0">
                <a:solidFill>
                  <a:srgbClr val="404040"/>
                </a:solidFill>
                <a:latin typeface="Arial"/>
                <a:cs typeface="Arial"/>
              </a:rPr>
              <a:t>Testing:</a:t>
            </a:r>
            <a:r>
              <a:rPr sz="1600" spc="-30" dirty="0">
                <a:solidFill>
                  <a:srgbClr val="404040"/>
                </a:solidFill>
                <a:latin typeface="Arial"/>
                <a:cs typeface="Arial"/>
              </a:rPr>
              <a:t> </a:t>
            </a:r>
            <a:r>
              <a:rPr sz="1600" spc="-10" dirty="0">
                <a:solidFill>
                  <a:srgbClr val="404040"/>
                </a:solidFill>
                <a:latin typeface="Arial"/>
                <a:cs typeface="Arial"/>
              </a:rPr>
              <a:t>Postman</a:t>
            </a:r>
            <a:endParaRPr sz="160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4000" dirty="0">
                <a:solidFill>
                  <a:srgbClr val="1CACE3"/>
                </a:solidFill>
                <a:latin typeface="Arial"/>
                <a:cs typeface="Arial"/>
              </a:rPr>
              <a:t>ALGORITHM</a:t>
            </a:r>
            <a:r>
              <a:rPr sz="4000" spc="-100" dirty="0">
                <a:solidFill>
                  <a:srgbClr val="1CACE3"/>
                </a:solidFill>
                <a:latin typeface="Arial"/>
                <a:cs typeface="Arial"/>
              </a:rPr>
              <a:t> </a:t>
            </a:r>
            <a:r>
              <a:rPr sz="4000" dirty="0">
                <a:solidFill>
                  <a:srgbClr val="1CACE3"/>
                </a:solidFill>
                <a:latin typeface="Arial"/>
                <a:cs typeface="Arial"/>
              </a:rPr>
              <a:t>&amp;</a:t>
            </a:r>
            <a:r>
              <a:rPr sz="4000" spc="-114" dirty="0">
                <a:solidFill>
                  <a:srgbClr val="1CACE3"/>
                </a:solidFill>
                <a:latin typeface="Arial"/>
                <a:cs typeface="Arial"/>
              </a:rPr>
              <a:t> </a:t>
            </a:r>
            <a:r>
              <a:rPr sz="4000" spc="-10" dirty="0">
                <a:solidFill>
                  <a:srgbClr val="1CACE3"/>
                </a:solidFill>
                <a:latin typeface="Arial"/>
                <a:cs typeface="Arial"/>
              </a:rPr>
              <a:t>DEPLOYMENT</a:t>
            </a:r>
            <a:endParaRPr sz="4000">
              <a:latin typeface="Arial"/>
              <a:cs typeface="Arial"/>
            </a:endParaRPr>
          </a:p>
        </p:txBody>
      </p:sp>
      <p:sp>
        <p:nvSpPr>
          <p:cNvPr id="3" name="object 3"/>
          <p:cNvSpPr txBox="1"/>
          <p:nvPr/>
        </p:nvSpPr>
        <p:spPr>
          <a:xfrm>
            <a:off x="659993" y="1279398"/>
            <a:ext cx="10773410" cy="4342130"/>
          </a:xfrm>
          <a:prstGeom prst="rect">
            <a:avLst/>
          </a:prstGeom>
        </p:spPr>
        <p:txBody>
          <a:bodyPr vert="horz" wrap="square" lIns="0" tIns="12065" rIns="0" bIns="0" rtlCol="0">
            <a:spAutoFit/>
          </a:bodyPr>
          <a:lstStyle/>
          <a:p>
            <a:pPr marL="12700">
              <a:lnSpc>
                <a:spcPts val="1825"/>
              </a:lnSpc>
              <a:spcBef>
                <a:spcPts val="95"/>
              </a:spcBef>
            </a:pPr>
            <a:r>
              <a:rPr sz="1600" b="1" dirty="0">
                <a:solidFill>
                  <a:srgbClr val="404040"/>
                </a:solidFill>
                <a:latin typeface="Arial"/>
                <a:cs typeface="Arial"/>
              </a:rPr>
              <a:t>Algorithm</a:t>
            </a:r>
            <a:r>
              <a:rPr sz="1600" b="1" spc="-50" dirty="0">
                <a:solidFill>
                  <a:srgbClr val="404040"/>
                </a:solidFill>
                <a:latin typeface="Arial"/>
                <a:cs typeface="Arial"/>
              </a:rPr>
              <a:t> </a:t>
            </a:r>
            <a:r>
              <a:rPr sz="1600" b="1" spc="-10" dirty="0">
                <a:solidFill>
                  <a:srgbClr val="404040"/>
                </a:solidFill>
                <a:latin typeface="Arial"/>
                <a:cs typeface="Arial"/>
              </a:rPr>
              <a:t>Selection:</a:t>
            </a:r>
            <a:endParaRPr sz="1600">
              <a:latin typeface="Arial"/>
              <a:cs typeface="Arial"/>
            </a:endParaRPr>
          </a:p>
          <a:p>
            <a:pPr marL="12700" marR="24130">
              <a:lnSpc>
                <a:spcPts val="1730"/>
              </a:lnSpc>
              <a:spcBef>
                <a:spcPts val="120"/>
              </a:spcBef>
            </a:pPr>
            <a:r>
              <a:rPr sz="1600" dirty="0">
                <a:solidFill>
                  <a:srgbClr val="404040"/>
                </a:solidFill>
                <a:latin typeface="Arial"/>
                <a:cs typeface="Arial"/>
              </a:rPr>
              <a:t>Use</a:t>
            </a:r>
            <a:r>
              <a:rPr sz="1600" spc="-50" dirty="0">
                <a:solidFill>
                  <a:srgbClr val="404040"/>
                </a:solidFill>
                <a:latin typeface="Arial"/>
                <a:cs typeface="Arial"/>
              </a:rPr>
              <a:t> </a:t>
            </a:r>
            <a:r>
              <a:rPr sz="1600" dirty="0">
                <a:solidFill>
                  <a:srgbClr val="404040"/>
                </a:solidFill>
                <a:latin typeface="Arial"/>
                <a:cs typeface="Arial"/>
              </a:rPr>
              <a:t>a</a:t>
            </a:r>
            <a:r>
              <a:rPr sz="1600" spc="-40" dirty="0">
                <a:solidFill>
                  <a:srgbClr val="404040"/>
                </a:solidFill>
                <a:latin typeface="Arial"/>
                <a:cs typeface="Arial"/>
              </a:rPr>
              <a:t> </a:t>
            </a:r>
            <a:r>
              <a:rPr sz="1600" b="1" spc="-20" dirty="0">
                <a:solidFill>
                  <a:srgbClr val="404040"/>
                </a:solidFill>
                <a:latin typeface="Arial"/>
                <a:cs typeface="Arial"/>
              </a:rPr>
              <a:t>Rule-</a:t>
            </a:r>
            <a:r>
              <a:rPr sz="1600" b="1" dirty="0">
                <a:solidFill>
                  <a:srgbClr val="404040"/>
                </a:solidFill>
                <a:latin typeface="Arial"/>
                <a:cs typeface="Arial"/>
              </a:rPr>
              <a:t>Based</a:t>
            </a:r>
            <a:r>
              <a:rPr sz="1600" b="1" spc="-80" dirty="0">
                <a:solidFill>
                  <a:srgbClr val="404040"/>
                </a:solidFill>
                <a:latin typeface="Arial"/>
                <a:cs typeface="Arial"/>
              </a:rPr>
              <a:t> </a:t>
            </a:r>
            <a:r>
              <a:rPr sz="1600" b="1" spc="-10" dirty="0">
                <a:solidFill>
                  <a:srgbClr val="404040"/>
                </a:solidFill>
                <a:latin typeface="Arial"/>
                <a:cs typeface="Arial"/>
              </a:rPr>
              <a:t>Adherence</a:t>
            </a:r>
            <a:r>
              <a:rPr sz="1600" b="1" spc="-45" dirty="0">
                <a:solidFill>
                  <a:srgbClr val="404040"/>
                </a:solidFill>
                <a:latin typeface="Arial"/>
                <a:cs typeface="Arial"/>
              </a:rPr>
              <a:t> </a:t>
            </a:r>
            <a:r>
              <a:rPr sz="1600" b="1" dirty="0">
                <a:solidFill>
                  <a:srgbClr val="404040"/>
                </a:solidFill>
                <a:latin typeface="Arial"/>
                <a:cs typeface="Arial"/>
              </a:rPr>
              <a:t>Analysis</a:t>
            </a:r>
            <a:r>
              <a:rPr sz="1600" b="1" spc="-35" dirty="0">
                <a:solidFill>
                  <a:srgbClr val="404040"/>
                </a:solidFill>
                <a:latin typeface="Arial"/>
                <a:cs typeface="Arial"/>
              </a:rPr>
              <a:t> </a:t>
            </a:r>
            <a:r>
              <a:rPr sz="1600" b="1" dirty="0">
                <a:solidFill>
                  <a:srgbClr val="404040"/>
                </a:solidFill>
                <a:latin typeface="Arial"/>
                <a:cs typeface="Arial"/>
              </a:rPr>
              <a:t>Algorithm</a:t>
            </a:r>
            <a:r>
              <a:rPr sz="1600" b="1" spc="10" dirty="0">
                <a:solidFill>
                  <a:srgbClr val="404040"/>
                </a:solidFill>
                <a:latin typeface="Arial"/>
                <a:cs typeface="Arial"/>
              </a:rPr>
              <a:t> </a:t>
            </a:r>
            <a:r>
              <a:rPr sz="1600" dirty="0">
                <a:solidFill>
                  <a:srgbClr val="404040"/>
                </a:solidFill>
                <a:latin typeface="Arial"/>
                <a:cs typeface="Arial"/>
              </a:rPr>
              <a:t>to</a:t>
            </a:r>
            <a:r>
              <a:rPr sz="1600" spc="-30" dirty="0">
                <a:solidFill>
                  <a:srgbClr val="404040"/>
                </a:solidFill>
                <a:latin typeface="Arial"/>
                <a:cs typeface="Arial"/>
              </a:rPr>
              <a:t> </a:t>
            </a:r>
            <a:r>
              <a:rPr sz="1600" dirty="0">
                <a:solidFill>
                  <a:srgbClr val="404040"/>
                </a:solidFill>
                <a:latin typeface="Arial"/>
                <a:cs typeface="Arial"/>
              </a:rPr>
              <a:t>calculate</a:t>
            </a:r>
            <a:r>
              <a:rPr sz="1600" spc="-55" dirty="0">
                <a:solidFill>
                  <a:srgbClr val="404040"/>
                </a:solidFill>
                <a:latin typeface="Arial"/>
                <a:cs typeface="Arial"/>
              </a:rPr>
              <a:t> </a:t>
            </a:r>
            <a:r>
              <a:rPr sz="1600" dirty="0">
                <a:solidFill>
                  <a:srgbClr val="404040"/>
                </a:solidFill>
                <a:latin typeface="Arial"/>
                <a:cs typeface="Arial"/>
              </a:rPr>
              <a:t>medication</a:t>
            </a:r>
            <a:r>
              <a:rPr sz="1600" spc="-55" dirty="0">
                <a:solidFill>
                  <a:srgbClr val="404040"/>
                </a:solidFill>
                <a:latin typeface="Arial"/>
                <a:cs typeface="Arial"/>
              </a:rPr>
              <a:t> </a:t>
            </a:r>
            <a:r>
              <a:rPr sz="1600" dirty="0">
                <a:solidFill>
                  <a:srgbClr val="404040"/>
                </a:solidFill>
                <a:latin typeface="Arial"/>
                <a:cs typeface="Arial"/>
              </a:rPr>
              <a:t>adherence</a:t>
            </a:r>
            <a:r>
              <a:rPr sz="1600" spc="-35" dirty="0">
                <a:solidFill>
                  <a:srgbClr val="404040"/>
                </a:solidFill>
                <a:latin typeface="Arial"/>
                <a:cs typeface="Arial"/>
              </a:rPr>
              <a:t> </a:t>
            </a:r>
            <a:r>
              <a:rPr sz="1600" dirty="0">
                <a:solidFill>
                  <a:srgbClr val="404040"/>
                </a:solidFill>
                <a:latin typeface="Arial"/>
                <a:cs typeface="Arial"/>
              </a:rPr>
              <a:t>and</a:t>
            </a:r>
            <a:r>
              <a:rPr sz="1600" spc="-45" dirty="0">
                <a:solidFill>
                  <a:srgbClr val="404040"/>
                </a:solidFill>
                <a:latin typeface="Arial"/>
                <a:cs typeface="Arial"/>
              </a:rPr>
              <a:t> </a:t>
            </a:r>
            <a:r>
              <a:rPr sz="1600" dirty="0">
                <a:solidFill>
                  <a:srgbClr val="404040"/>
                </a:solidFill>
                <a:latin typeface="Arial"/>
                <a:cs typeface="Arial"/>
              </a:rPr>
              <a:t>identify</a:t>
            </a:r>
            <a:r>
              <a:rPr sz="1600" spc="-45" dirty="0">
                <a:solidFill>
                  <a:srgbClr val="404040"/>
                </a:solidFill>
                <a:latin typeface="Arial"/>
                <a:cs typeface="Arial"/>
              </a:rPr>
              <a:t> </a:t>
            </a:r>
            <a:r>
              <a:rPr sz="1600" dirty="0">
                <a:solidFill>
                  <a:srgbClr val="404040"/>
                </a:solidFill>
                <a:latin typeface="Arial"/>
                <a:cs typeface="Arial"/>
              </a:rPr>
              <a:t>patients</a:t>
            </a:r>
            <a:r>
              <a:rPr sz="1600" spc="-35" dirty="0">
                <a:solidFill>
                  <a:srgbClr val="404040"/>
                </a:solidFill>
                <a:latin typeface="Arial"/>
                <a:cs typeface="Arial"/>
              </a:rPr>
              <a:t> </a:t>
            </a:r>
            <a:r>
              <a:rPr sz="1600" dirty="0">
                <a:solidFill>
                  <a:srgbClr val="404040"/>
                </a:solidFill>
                <a:latin typeface="Arial"/>
                <a:cs typeface="Arial"/>
              </a:rPr>
              <a:t>at</a:t>
            </a:r>
            <a:r>
              <a:rPr sz="1600" spc="-35" dirty="0">
                <a:solidFill>
                  <a:srgbClr val="404040"/>
                </a:solidFill>
                <a:latin typeface="Arial"/>
                <a:cs typeface="Arial"/>
              </a:rPr>
              <a:t> </a:t>
            </a:r>
            <a:r>
              <a:rPr sz="1600" dirty="0">
                <a:solidFill>
                  <a:srgbClr val="404040"/>
                </a:solidFill>
                <a:latin typeface="Arial"/>
                <a:cs typeface="Arial"/>
              </a:rPr>
              <a:t>risk.</a:t>
            </a:r>
            <a:r>
              <a:rPr sz="1600" spc="-45" dirty="0">
                <a:solidFill>
                  <a:srgbClr val="404040"/>
                </a:solidFill>
                <a:latin typeface="Arial"/>
                <a:cs typeface="Arial"/>
              </a:rPr>
              <a:t> </a:t>
            </a:r>
            <a:r>
              <a:rPr sz="1600" dirty="0">
                <a:solidFill>
                  <a:srgbClr val="404040"/>
                </a:solidFill>
                <a:latin typeface="Arial"/>
                <a:cs typeface="Arial"/>
              </a:rPr>
              <a:t>It</a:t>
            </a:r>
            <a:r>
              <a:rPr sz="1600" spc="-25" dirty="0">
                <a:solidFill>
                  <a:srgbClr val="404040"/>
                </a:solidFill>
                <a:latin typeface="Arial"/>
                <a:cs typeface="Arial"/>
              </a:rPr>
              <a:t> is </a:t>
            </a:r>
            <a:r>
              <a:rPr sz="1600" dirty="0">
                <a:solidFill>
                  <a:srgbClr val="404040"/>
                </a:solidFill>
                <a:latin typeface="Arial"/>
                <a:cs typeface="Arial"/>
              </a:rPr>
              <a:t>suitable</a:t>
            </a:r>
            <a:r>
              <a:rPr sz="1600" spc="-55" dirty="0">
                <a:solidFill>
                  <a:srgbClr val="404040"/>
                </a:solidFill>
                <a:latin typeface="Arial"/>
                <a:cs typeface="Arial"/>
              </a:rPr>
              <a:t> </a:t>
            </a:r>
            <a:r>
              <a:rPr sz="1600" dirty="0">
                <a:solidFill>
                  <a:srgbClr val="404040"/>
                </a:solidFill>
                <a:latin typeface="Arial"/>
                <a:cs typeface="Arial"/>
              </a:rPr>
              <a:t>because</a:t>
            </a:r>
            <a:r>
              <a:rPr sz="1600" spc="-55" dirty="0">
                <a:solidFill>
                  <a:srgbClr val="404040"/>
                </a:solidFill>
                <a:latin typeface="Arial"/>
                <a:cs typeface="Arial"/>
              </a:rPr>
              <a:t> </a:t>
            </a:r>
            <a:r>
              <a:rPr sz="1600" dirty="0">
                <a:solidFill>
                  <a:srgbClr val="404040"/>
                </a:solidFill>
                <a:latin typeface="Arial"/>
                <a:cs typeface="Arial"/>
              </a:rPr>
              <a:t>the</a:t>
            </a:r>
            <a:r>
              <a:rPr sz="1600" spc="-30" dirty="0">
                <a:solidFill>
                  <a:srgbClr val="404040"/>
                </a:solidFill>
                <a:latin typeface="Arial"/>
                <a:cs typeface="Arial"/>
              </a:rPr>
              <a:t> </a:t>
            </a:r>
            <a:r>
              <a:rPr sz="1600" dirty="0">
                <a:solidFill>
                  <a:srgbClr val="404040"/>
                </a:solidFill>
                <a:latin typeface="Arial"/>
                <a:cs typeface="Arial"/>
              </a:rPr>
              <a:t>system</a:t>
            </a:r>
            <a:r>
              <a:rPr sz="1600" spc="-10" dirty="0">
                <a:solidFill>
                  <a:srgbClr val="404040"/>
                </a:solidFill>
                <a:latin typeface="Arial"/>
                <a:cs typeface="Arial"/>
              </a:rPr>
              <a:t> </a:t>
            </a:r>
            <a:r>
              <a:rPr sz="1600" dirty="0">
                <a:solidFill>
                  <a:srgbClr val="404040"/>
                </a:solidFill>
                <a:latin typeface="Arial"/>
                <a:cs typeface="Arial"/>
              </a:rPr>
              <a:t>mainly</a:t>
            </a:r>
            <a:r>
              <a:rPr sz="1600" spc="-50" dirty="0">
                <a:solidFill>
                  <a:srgbClr val="404040"/>
                </a:solidFill>
                <a:latin typeface="Arial"/>
                <a:cs typeface="Arial"/>
              </a:rPr>
              <a:t> </a:t>
            </a:r>
            <a:r>
              <a:rPr sz="1600" dirty="0">
                <a:solidFill>
                  <a:srgbClr val="404040"/>
                </a:solidFill>
                <a:latin typeface="Arial"/>
                <a:cs typeface="Arial"/>
              </a:rPr>
              <a:t>works</a:t>
            </a:r>
            <a:r>
              <a:rPr sz="1600" spc="-25" dirty="0">
                <a:solidFill>
                  <a:srgbClr val="404040"/>
                </a:solidFill>
                <a:latin typeface="Arial"/>
                <a:cs typeface="Arial"/>
              </a:rPr>
              <a:t> </a:t>
            </a:r>
            <a:r>
              <a:rPr sz="1600" dirty="0">
                <a:solidFill>
                  <a:srgbClr val="404040"/>
                </a:solidFill>
                <a:latin typeface="Arial"/>
                <a:cs typeface="Arial"/>
              </a:rPr>
              <a:t>with</a:t>
            </a:r>
            <a:r>
              <a:rPr sz="1600" spc="-30" dirty="0">
                <a:solidFill>
                  <a:srgbClr val="404040"/>
                </a:solidFill>
                <a:latin typeface="Arial"/>
                <a:cs typeface="Arial"/>
              </a:rPr>
              <a:t> </a:t>
            </a:r>
            <a:r>
              <a:rPr sz="1600" dirty="0">
                <a:solidFill>
                  <a:srgbClr val="404040"/>
                </a:solidFill>
                <a:latin typeface="Arial"/>
                <a:cs typeface="Arial"/>
              </a:rPr>
              <a:t>scheduled</a:t>
            </a:r>
            <a:r>
              <a:rPr sz="1600" spc="-55" dirty="0">
                <a:solidFill>
                  <a:srgbClr val="404040"/>
                </a:solidFill>
                <a:latin typeface="Arial"/>
                <a:cs typeface="Arial"/>
              </a:rPr>
              <a:t> </a:t>
            </a:r>
            <a:r>
              <a:rPr sz="1600" dirty="0">
                <a:solidFill>
                  <a:srgbClr val="404040"/>
                </a:solidFill>
                <a:latin typeface="Arial"/>
                <a:cs typeface="Arial"/>
              </a:rPr>
              <a:t>doses</a:t>
            </a:r>
            <a:r>
              <a:rPr sz="1600" spc="-40" dirty="0">
                <a:solidFill>
                  <a:srgbClr val="404040"/>
                </a:solidFill>
                <a:latin typeface="Arial"/>
                <a:cs typeface="Arial"/>
              </a:rPr>
              <a:t> </a:t>
            </a:r>
            <a:r>
              <a:rPr sz="1600" dirty="0">
                <a:solidFill>
                  <a:srgbClr val="404040"/>
                </a:solidFill>
                <a:latin typeface="Arial"/>
                <a:cs typeface="Arial"/>
              </a:rPr>
              <a:t>and</a:t>
            </a:r>
            <a:r>
              <a:rPr sz="1600" spc="-45" dirty="0">
                <a:solidFill>
                  <a:srgbClr val="404040"/>
                </a:solidFill>
                <a:latin typeface="Arial"/>
                <a:cs typeface="Arial"/>
              </a:rPr>
              <a:t> </a:t>
            </a:r>
            <a:r>
              <a:rPr sz="1600" dirty="0">
                <a:solidFill>
                  <a:srgbClr val="404040"/>
                </a:solidFill>
                <a:latin typeface="Arial"/>
                <a:cs typeface="Arial"/>
              </a:rPr>
              <a:t>medication</a:t>
            </a:r>
            <a:r>
              <a:rPr sz="1600" spc="-55" dirty="0">
                <a:solidFill>
                  <a:srgbClr val="404040"/>
                </a:solidFill>
                <a:latin typeface="Arial"/>
                <a:cs typeface="Arial"/>
              </a:rPr>
              <a:t> </a:t>
            </a:r>
            <a:r>
              <a:rPr sz="1600" dirty="0">
                <a:solidFill>
                  <a:srgbClr val="404040"/>
                </a:solidFill>
                <a:latin typeface="Arial"/>
                <a:cs typeface="Arial"/>
              </a:rPr>
              <a:t>intake</a:t>
            </a:r>
            <a:r>
              <a:rPr sz="1600" spc="-45" dirty="0">
                <a:solidFill>
                  <a:srgbClr val="404040"/>
                </a:solidFill>
                <a:latin typeface="Arial"/>
                <a:cs typeface="Arial"/>
              </a:rPr>
              <a:t> </a:t>
            </a:r>
            <a:r>
              <a:rPr sz="1600" spc="-10" dirty="0">
                <a:solidFill>
                  <a:srgbClr val="404040"/>
                </a:solidFill>
                <a:latin typeface="Arial"/>
                <a:cs typeface="Arial"/>
              </a:rPr>
              <a:t>records.</a:t>
            </a:r>
            <a:endParaRPr sz="1600">
              <a:latin typeface="Arial"/>
              <a:cs typeface="Arial"/>
            </a:endParaRPr>
          </a:p>
          <a:p>
            <a:pPr marL="12700">
              <a:lnSpc>
                <a:spcPct val="100000"/>
              </a:lnSpc>
              <a:spcBef>
                <a:spcPts val="765"/>
              </a:spcBef>
            </a:pPr>
            <a:r>
              <a:rPr sz="1600" b="1" dirty="0">
                <a:solidFill>
                  <a:srgbClr val="404040"/>
                </a:solidFill>
                <a:latin typeface="Arial"/>
                <a:cs typeface="Arial"/>
              </a:rPr>
              <a:t>Data</a:t>
            </a:r>
            <a:r>
              <a:rPr sz="1600" b="1" spc="-15" dirty="0">
                <a:solidFill>
                  <a:srgbClr val="404040"/>
                </a:solidFill>
                <a:latin typeface="Arial"/>
                <a:cs typeface="Arial"/>
              </a:rPr>
              <a:t> </a:t>
            </a:r>
            <a:r>
              <a:rPr sz="1600" b="1" spc="-10" dirty="0">
                <a:solidFill>
                  <a:srgbClr val="404040"/>
                </a:solidFill>
                <a:latin typeface="Arial"/>
                <a:cs typeface="Arial"/>
              </a:rPr>
              <a:t>Input:</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dirty="0">
                <a:solidFill>
                  <a:srgbClr val="404040"/>
                </a:solidFill>
                <a:latin typeface="Arial"/>
                <a:cs typeface="Arial"/>
              </a:rPr>
              <a:t>Medication</a:t>
            </a:r>
            <a:r>
              <a:rPr sz="1600" spc="-55" dirty="0">
                <a:solidFill>
                  <a:srgbClr val="404040"/>
                </a:solidFill>
                <a:latin typeface="Arial"/>
                <a:cs typeface="Arial"/>
              </a:rPr>
              <a:t> </a:t>
            </a:r>
            <a:r>
              <a:rPr sz="1600" dirty="0">
                <a:solidFill>
                  <a:srgbClr val="404040"/>
                </a:solidFill>
                <a:latin typeface="Arial"/>
                <a:cs typeface="Arial"/>
              </a:rPr>
              <a:t>name,</a:t>
            </a:r>
            <a:r>
              <a:rPr sz="1600" spc="-20" dirty="0">
                <a:solidFill>
                  <a:srgbClr val="404040"/>
                </a:solidFill>
                <a:latin typeface="Arial"/>
                <a:cs typeface="Arial"/>
              </a:rPr>
              <a:t> </a:t>
            </a:r>
            <a:r>
              <a:rPr sz="1600" dirty="0">
                <a:solidFill>
                  <a:srgbClr val="404040"/>
                </a:solidFill>
                <a:latin typeface="Arial"/>
                <a:cs typeface="Arial"/>
              </a:rPr>
              <a:t>dosage</a:t>
            </a:r>
            <a:r>
              <a:rPr sz="1600" spc="-40" dirty="0">
                <a:solidFill>
                  <a:srgbClr val="404040"/>
                </a:solidFill>
                <a:latin typeface="Arial"/>
                <a:cs typeface="Arial"/>
              </a:rPr>
              <a:t> </a:t>
            </a:r>
            <a:r>
              <a:rPr sz="1600" dirty="0">
                <a:solidFill>
                  <a:srgbClr val="404040"/>
                </a:solidFill>
                <a:latin typeface="Arial"/>
                <a:cs typeface="Arial"/>
              </a:rPr>
              <a:t>&amp;</a:t>
            </a:r>
            <a:r>
              <a:rPr sz="1600" spc="-40" dirty="0">
                <a:solidFill>
                  <a:srgbClr val="404040"/>
                </a:solidFill>
                <a:latin typeface="Arial"/>
                <a:cs typeface="Arial"/>
              </a:rPr>
              <a:t> </a:t>
            </a:r>
            <a:r>
              <a:rPr sz="1600" spc="-10" dirty="0">
                <a:solidFill>
                  <a:srgbClr val="404040"/>
                </a:solidFill>
                <a:latin typeface="Arial"/>
                <a:cs typeface="Arial"/>
              </a:rPr>
              <a:t>frequency</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dirty="0">
                <a:solidFill>
                  <a:srgbClr val="404040"/>
                </a:solidFill>
                <a:latin typeface="Arial"/>
                <a:cs typeface="Arial"/>
              </a:rPr>
              <a:t>Scheduled</a:t>
            </a:r>
            <a:r>
              <a:rPr sz="1600" spc="-65" dirty="0">
                <a:solidFill>
                  <a:srgbClr val="404040"/>
                </a:solidFill>
                <a:latin typeface="Arial"/>
                <a:cs typeface="Arial"/>
              </a:rPr>
              <a:t> </a:t>
            </a:r>
            <a:r>
              <a:rPr sz="1600" dirty="0">
                <a:solidFill>
                  <a:srgbClr val="404040"/>
                </a:solidFill>
                <a:latin typeface="Arial"/>
                <a:cs typeface="Arial"/>
              </a:rPr>
              <a:t>medication</a:t>
            </a:r>
            <a:r>
              <a:rPr sz="1600" spc="-65" dirty="0">
                <a:solidFill>
                  <a:srgbClr val="404040"/>
                </a:solidFill>
                <a:latin typeface="Arial"/>
                <a:cs typeface="Arial"/>
              </a:rPr>
              <a:t> </a:t>
            </a:r>
            <a:r>
              <a:rPr sz="1600" spc="-10" dirty="0">
                <a:solidFill>
                  <a:srgbClr val="404040"/>
                </a:solidFill>
                <a:latin typeface="Arial"/>
                <a:cs typeface="Arial"/>
              </a:rPr>
              <a:t>times</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spc="-30" dirty="0">
                <a:solidFill>
                  <a:srgbClr val="404040"/>
                </a:solidFill>
                <a:latin typeface="Arial"/>
                <a:cs typeface="Arial"/>
              </a:rPr>
              <a:t>Taken </a:t>
            </a:r>
            <a:r>
              <a:rPr sz="1600" dirty="0">
                <a:solidFill>
                  <a:srgbClr val="404040"/>
                </a:solidFill>
                <a:latin typeface="Arial"/>
                <a:cs typeface="Arial"/>
              </a:rPr>
              <a:t>/</a:t>
            </a:r>
            <a:r>
              <a:rPr sz="1600" spc="-15" dirty="0">
                <a:solidFill>
                  <a:srgbClr val="404040"/>
                </a:solidFill>
                <a:latin typeface="Arial"/>
                <a:cs typeface="Arial"/>
              </a:rPr>
              <a:t> </a:t>
            </a:r>
            <a:r>
              <a:rPr sz="1600" dirty="0">
                <a:solidFill>
                  <a:srgbClr val="404040"/>
                </a:solidFill>
                <a:latin typeface="Arial"/>
                <a:cs typeface="Arial"/>
              </a:rPr>
              <a:t>Missed</a:t>
            </a:r>
            <a:r>
              <a:rPr sz="1600" spc="-30" dirty="0">
                <a:solidFill>
                  <a:srgbClr val="404040"/>
                </a:solidFill>
                <a:latin typeface="Arial"/>
                <a:cs typeface="Arial"/>
              </a:rPr>
              <a:t> </a:t>
            </a:r>
            <a:r>
              <a:rPr sz="1600" dirty="0">
                <a:solidFill>
                  <a:srgbClr val="404040"/>
                </a:solidFill>
                <a:latin typeface="Arial"/>
                <a:cs typeface="Arial"/>
              </a:rPr>
              <a:t>/</a:t>
            </a:r>
            <a:r>
              <a:rPr sz="1600" spc="-15" dirty="0">
                <a:solidFill>
                  <a:srgbClr val="404040"/>
                </a:solidFill>
                <a:latin typeface="Arial"/>
                <a:cs typeface="Arial"/>
              </a:rPr>
              <a:t> </a:t>
            </a:r>
            <a:r>
              <a:rPr sz="1600" dirty="0">
                <a:solidFill>
                  <a:srgbClr val="404040"/>
                </a:solidFill>
                <a:latin typeface="Arial"/>
                <a:cs typeface="Arial"/>
              </a:rPr>
              <a:t>Skipped</a:t>
            </a:r>
            <a:r>
              <a:rPr sz="1600" spc="-40" dirty="0">
                <a:solidFill>
                  <a:srgbClr val="404040"/>
                </a:solidFill>
                <a:latin typeface="Arial"/>
                <a:cs typeface="Arial"/>
              </a:rPr>
              <a:t> </a:t>
            </a:r>
            <a:r>
              <a:rPr sz="1600" spc="-10" dirty="0">
                <a:solidFill>
                  <a:srgbClr val="404040"/>
                </a:solidFill>
                <a:latin typeface="Arial"/>
                <a:cs typeface="Arial"/>
              </a:rPr>
              <a:t>status</a:t>
            </a:r>
            <a:endParaRPr sz="1600">
              <a:latin typeface="Arial"/>
              <a:cs typeface="Arial"/>
            </a:endParaRPr>
          </a:p>
          <a:p>
            <a:pPr marL="318770" indent="-306070">
              <a:lnSpc>
                <a:spcPct val="100000"/>
              </a:lnSpc>
              <a:spcBef>
                <a:spcPts val="795"/>
              </a:spcBef>
              <a:buClr>
                <a:srgbClr val="1CACE3"/>
              </a:buClr>
              <a:buSzPct val="90625"/>
              <a:buFont typeface="Cambria"/>
              <a:buChar char="◾"/>
              <a:tabLst>
                <a:tab pos="318770" algn="l"/>
              </a:tabLst>
            </a:pPr>
            <a:r>
              <a:rPr sz="1600" dirty="0">
                <a:solidFill>
                  <a:srgbClr val="404040"/>
                </a:solidFill>
                <a:latin typeface="Arial"/>
                <a:cs typeface="Arial"/>
              </a:rPr>
              <a:t>Daily</a:t>
            </a:r>
            <a:r>
              <a:rPr sz="1600" spc="-45" dirty="0">
                <a:solidFill>
                  <a:srgbClr val="404040"/>
                </a:solidFill>
                <a:latin typeface="Arial"/>
                <a:cs typeface="Arial"/>
              </a:rPr>
              <a:t> </a:t>
            </a:r>
            <a:r>
              <a:rPr sz="1600" dirty="0">
                <a:solidFill>
                  <a:srgbClr val="404040"/>
                </a:solidFill>
                <a:latin typeface="Arial"/>
                <a:cs typeface="Arial"/>
              </a:rPr>
              <a:t>and</a:t>
            </a:r>
            <a:r>
              <a:rPr sz="1600" spc="-15" dirty="0">
                <a:solidFill>
                  <a:srgbClr val="404040"/>
                </a:solidFill>
                <a:latin typeface="Arial"/>
                <a:cs typeface="Arial"/>
              </a:rPr>
              <a:t> </a:t>
            </a:r>
            <a:r>
              <a:rPr sz="1600" dirty="0">
                <a:solidFill>
                  <a:srgbClr val="404040"/>
                </a:solidFill>
                <a:latin typeface="Arial"/>
                <a:cs typeface="Arial"/>
              </a:rPr>
              <a:t>historical</a:t>
            </a:r>
            <a:r>
              <a:rPr sz="1600" spc="-45" dirty="0">
                <a:solidFill>
                  <a:srgbClr val="404040"/>
                </a:solidFill>
                <a:latin typeface="Arial"/>
                <a:cs typeface="Arial"/>
              </a:rPr>
              <a:t> </a:t>
            </a:r>
            <a:r>
              <a:rPr sz="1600" dirty="0">
                <a:solidFill>
                  <a:srgbClr val="404040"/>
                </a:solidFill>
                <a:latin typeface="Arial"/>
                <a:cs typeface="Arial"/>
              </a:rPr>
              <a:t>intake</a:t>
            </a:r>
            <a:r>
              <a:rPr sz="1600" spc="-25" dirty="0">
                <a:solidFill>
                  <a:srgbClr val="404040"/>
                </a:solidFill>
                <a:latin typeface="Arial"/>
                <a:cs typeface="Arial"/>
              </a:rPr>
              <a:t> </a:t>
            </a:r>
            <a:r>
              <a:rPr sz="1600" spc="-10" dirty="0">
                <a:solidFill>
                  <a:srgbClr val="404040"/>
                </a:solidFill>
                <a:latin typeface="Arial"/>
                <a:cs typeface="Arial"/>
              </a:rPr>
              <a:t>records</a:t>
            </a:r>
            <a:endParaRPr sz="1600">
              <a:latin typeface="Arial"/>
              <a:cs typeface="Arial"/>
            </a:endParaRPr>
          </a:p>
          <a:p>
            <a:pPr marL="318770" indent="-306070">
              <a:lnSpc>
                <a:spcPct val="100000"/>
              </a:lnSpc>
              <a:spcBef>
                <a:spcPts val="790"/>
              </a:spcBef>
              <a:buClr>
                <a:srgbClr val="1CACE3"/>
              </a:buClr>
              <a:buSzPct val="90625"/>
              <a:buFont typeface="Cambria"/>
              <a:buChar char="◾"/>
              <a:tabLst>
                <a:tab pos="318770" algn="l"/>
              </a:tabLst>
            </a:pPr>
            <a:r>
              <a:rPr sz="1600" dirty="0">
                <a:solidFill>
                  <a:srgbClr val="404040"/>
                </a:solidFill>
                <a:latin typeface="Arial"/>
                <a:cs typeface="Arial"/>
              </a:rPr>
              <a:t>Adherence</a:t>
            </a:r>
            <a:r>
              <a:rPr sz="1600" spc="-80" dirty="0">
                <a:solidFill>
                  <a:srgbClr val="404040"/>
                </a:solidFill>
                <a:latin typeface="Arial"/>
                <a:cs typeface="Arial"/>
              </a:rPr>
              <a:t> </a:t>
            </a:r>
            <a:r>
              <a:rPr sz="1600" spc="-10" dirty="0">
                <a:solidFill>
                  <a:srgbClr val="404040"/>
                </a:solidFill>
                <a:latin typeface="Arial"/>
                <a:cs typeface="Arial"/>
              </a:rPr>
              <a:t>threshold</a:t>
            </a:r>
            <a:endParaRPr sz="1600">
              <a:latin typeface="Arial"/>
              <a:cs typeface="Arial"/>
            </a:endParaRPr>
          </a:p>
          <a:p>
            <a:pPr marL="12700">
              <a:lnSpc>
                <a:spcPts val="1825"/>
              </a:lnSpc>
              <a:spcBef>
                <a:spcPts val="795"/>
              </a:spcBef>
            </a:pPr>
            <a:r>
              <a:rPr sz="1600" b="1" spc="-10" dirty="0">
                <a:solidFill>
                  <a:srgbClr val="404040"/>
                </a:solidFill>
                <a:latin typeface="Arial"/>
                <a:cs typeface="Arial"/>
              </a:rPr>
              <a:t>Training/Processing:</a:t>
            </a:r>
            <a:endParaRPr sz="1600">
              <a:latin typeface="Arial"/>
              <a:cs typeface="Arial"/>
            </a:endParaRPr>
          </a:p>
          <a:p>
            <a:pPr marL="12700">
              <a:lnSpc>
                <a:spcPts val="1730"/>
              </a:lnSpc>
            </a:pPr>
            <a:r>
              <a:rPr sz="1600" dirty="0">
                <a:solidFill>
                  <a:srgbClr val="404040"/>
                </a:solidFill>
                <a:latin typeface="Arial"/>
                <a:cs typeface="Arial"/>
              </a:rPr>
              <a:t>No</a:t>
            </a:r>
            <a:r>
              <a:rPr sz="1600" spc="-50" dirty="0">
                <a:solidFill>
                  <a:srgbClr val="404040"/>
                </a:solidFill>
                <a:latin typeface="Arial"/>
                <a:cs typeface="Arial"/>
              </a:rPr>
              <a:t> </a:t>
            </a:r>
            <a:r>
              <a:rPr sz="1600" dirty="0">
                <a:solidFill>
                  <a:srgbClr val="404040"/>
                </a:solidFill>
                <a:latin typeface="Arial"/>
                <a:cs typeface="Arial"/>
              </a:rPr>
              <a:t>machine</a:t>
            </a:r>
            <a:r>
              <a:rPr sz="1600" spc="-45" dirty="0">
                <a:solidFill>
                  <a:srgbClr val="404040"/>
                </a:solidFill>
                <a:latin typeface="Arial"/>
                <a:cs typeface="Arial"/>
              </a:rPr>
              <a:t> </a:t>
            </a:r>
            <a:r>
              <a:rPr sz="1600" dirty="0">
                <a:solidFill>
                  <a:srgbClr val="404040"/>
                </a:solidFill>
                <a:latin typeface="Arial"/>
                <a:cs typeface="Arial"/>
              </a:rPr>
              <a:t>learning</a:t>
            </a:r>
            <a:r>
              <a:rPr sz="1600" spc="-50" dirty="0">
                <a:solidFill>
                  <a:srgbClr val="404040"/>
                </a:solidFill>
                <a:latin typeface="Arial"/>
                <a:cs typeface="Arial"/>
              </a:rPr>
              <a:t> </a:t>
            </a:r>
            <a:r>
              <a:rPr sz="1600" dirty="0">
                <a:solidFill>
                  <a:srgbClr val="404040"/>
                </a:solidFill>
                <a:latin typeface="Arial"/>
                <a:cs typeface="Arial"/>
              </a:rPr>
              <a:t>training</a:t>
            </a:r>
            <a:r>
              <a:rPr sz="1600" spc="-45" dirty="0">
                <a:solidFill>
                  <a:srgbClr val="404040"/>
                </a:solidFill>
                <a:latin typeface="Arial"/>
                <a:cs typeface="Arial"/>
              </a:rPr>
              <a:t> </a:t>
            </a:r>
            <a:r>
              <a:rPr sz="1600" dirty="0">
                <a:solidFill>
                  <a:srgbClr val="404040"/>
                </a:solidFill>
                <a:latin typeface="Arial"/>
                <a:cs typeface="Arial"/>
              </a:rPr>
              <a:t>is</a:t>
            </a:r>
            <a:r>
              <a:rPr sz="1600" spc="-45" dirty="0">
                <a:solidFill>
                  <a:srgbClr val="404040"/>
                </a:solidFill>
                <a:latin typeface="Arial"/>
                <a:cs typeface="Arial"/>
              </a:rPr>
              <a:t> </a:t>
            </a:r>
            <a:r>
              <a:rPr sz="1600" dirty="0">
                <a:solidFill>
                  <a:srgbClr val="404040"/>
                </a:solidFill>
                <a:latin typeface="Arial"/>
                <a:cs typeface="Arial"/>
              </a:rPr>
              <a:t>required.</a:t>
            </a:r>
            <a:r>
              <a:rPr sz="1600" spc="-55" dirty="0">
                <a:solidFill>
                  <a:srgbClr val="404040"/>
                </a:solidFill>
                <a:latin typeface="Arial"/>
                <a:cs typeface="Arial"/>
              </a:rPr>
              <a:t> </a:t>
            </a:r>
            <a:r>
              <a:rPr sz="1600" dirty="0">
                <a:solidFill>
                  <a:srgbClr val="404040"/>
                </a:solidFill>
                <a:latin typeface="Arial"/>
                <a:cs typeface="Arial"/>
              </a:rPr>
              <a:t>The</a:t>
            </a:r>
            <a:r>
              <a:rPr sz="1600" spc="-45" dirty="0">
                <a:solidFill>
                  <a:srgbClr val="404040"/>
                </a:solidFill>
                <a:latin typeface="Arial"/>
                <a:cs typeface="Arial"/>
              </a:rPr>
              <a:t> </a:t>
            </a:r>
            <a:r>
              <a:rPr sz="1600" dirty="0">
                <a:solidFill>
                  <a:srgbClr val="404040"/>
                </a:solidFill>
                <a:latin typeface="Arial"/>
                <a:cs typeface="Arial"/>
              </a:rPr>
              <a:t>system</a:t>
            </a:r>
            <a:r>
              <a:rPr sz="1600" spc="-10" dirty="0">
                <a:solidFill>
                  <a:srgbClr val="404040"/>
                </a:solidFill>
                <a:latin typeface="Arial"/>
                <a:cs typeface="Arial"/>
              </a:rPr>
              <a:t> </a:t>
            </a:r>
            <a:r>
              <a:rPr sz="1600" dirty="0">
                <a:solidFill>
                  <a:srgbClr val="404040"/>
                </a:solidFill>
                <a:latin typeface="Arial"/>
                <a:cs typeface="Arial"/>
              </a:rPr>
              <a:t>processes</a:t>
            </a:r>
            <a:r>
              <a:rPr sz="1600" spc="-40" dirty="0">
                <a:solidFill>
                  <a:srgbClr val="404040"/>
                </a:solidFill>
                <a:latin typeface="Arial"/>
                <a:cs typeface="Arial"/>
              </a:rPr>
              <a:t> </a:t>
            </a:r>
            <a:r>
              <a:rPr sz="1600" dirty="0">
                <a:solidFill>
                  <a:srgbClr val="404040"/>
                </a:solidFill>
                <a:latin typeface="Arial"/>
                <a:cs typeface="Arial"/>
              </a:rPr>
              <a:t>medication</a:t>
            </a:r>
            <a:r>
              <a:rPr sz="1600" spc="-55" dirty="0">
                <a:solidFill>
                  <a:srgbClr val="404040"/>
                </a:solidFill>
                <a:latin typeface="Arial"/>
                <a:cs typeface="Arial"/>
              </a:rPr>
              <a:t> </a:t>
            </a:r>
            <a:r>
              <a:rPr sz="1600" dirty="0">
                <a:solidFill>
                  <a:srgbClr val="404040"/>
                </a:solidFill>
                <a:latin typeface="Arial"/>
                <a:cs typeface="Arial"/>
              </a:rPr>
              <a:t>logs</a:t>
            </a:r>
            <a:r>
              <a:rPr sz="1600" spc="-50" dirty="0">
                <a:solidFill>
                  <a:srgbClr val="404040"/>
                </a:solidFill>
                <a:latin typeface="Arial"/>
                <a:cs typeface="Arial"/>
              </a:rPr>
              <a:t> </a:t>
            </a:r>
            <a:r>
              <a:rPr sz="1600" dirty="0">
                <a:solidFill>
                  <a:srgbClr val="404040"/>
                </a:solidFill>
                <a:latin typeface="Arial"/>
                <a:cs typeface="Arial"/>
              </a:rPr>
              <a:t>and</a:t>
            </a:r>
            <a:r>
              <a:rPr sz="1600" spc="-35" dirty="0">
                <a:solidFill>
                  <a:srgbClr val="404040"/>
                </a:solidFill>
                <a:latin typeface="Arial"/>
                <a:cs typeface="Arial"/>
              </a:rPr>
              <a:t> </a:t>
            </a:r>
            <a:r>
              <a:rPr sz="1600" spc="-10" dirty="0">
                <a:solidFill>
                  <a:srgbClr val="404040"/>
                </a:solidFill>
                <a:latin typeface="Arial"/>
                <a:cs typeface="Arial"/>
              </a:rPr>
              <a:t>calculates:</a:t>
            </a:r>
            <a:endParaRPr sz="1600">
              <a:latin typeface="Arial"/>
              <a:cs typeface="Arial"/>
            </a:endParaRPr>
          </a:p>
          <a:p>
            <a:pPr marL="12700">
              <a:lnSpc>
                <a:spcPts val="1825"/>
              </a:lnSpc>
            </a:pPr>
            <a:r>
              <a:rPr sz="1600" b="1" dirty="0">
                <a:solidFill>
                  <a:srgbClr val="404040"/>
                </a:solidFill>
                <a:latin typeface="Arial"/>
                <a:cs typeface="Arial"/>
              </a:rPr>
              <a:t>Adherence %</a:t>
            </a:r>
            <a:r>
              <a:rPr sz="1600" b="1" spc="-40" dirty="0">
                <a:solidFill>
                  <a:srgbClr val="404040"/>
                </a:solidFill>
                <a:latin typeface="Arial"/>
                <a:cs typeface="Arial"/>
              </a:rPr>
              <a:t> </a:t>
            </a:r>
            <a:r>
              <a:rPr sz="1600" b="1" dirty="0">
                <a:solidFill>
                  <a:srgbClr val="404040"/>
                </a:solidFill>
                <a:latin typeface="Arial"/>
                <a:cs typeface="Arial"/>
              </a:rPr>
              <a:t>=</a:t>
            </a:r>
            <a:r>
              <a:rPr sz="1600" b="1" spc="-40" dirty="0">
                <a:solidFill>
                  <a:srgbClr val="404040"/>
                </a:solidFill>
                <a:latin typeface="Arial"/>
                <a:cs typeface="Arial"/>
              </a:rPr>
              <a:t> </a:t>
            </a:r>
            <a:r>
              <a:rPr sz="1600" b="1" spc="-10" dirty="0">
                <a:solidFill>
                  <a:srgbClr val="404040"/>
                </a:solidFill>
                <a:latin typeface="Arial"/>
                <a:cs typeface="Arial"/>
              </a:rPr>
              <a:t>(Taken</a:t>
            </a:r>
            <a:r>
              <a:rPr sz="1600" b="1" spc="-30" dirty="0">
                <a:solidFill>
                  <a:srgbClr val="404040"/>
                </a:solidFill>
                <a:latin typeface="Arial"/>
                <a:cs typeface="Arial"/>
              </a:rPr>
              <a:t> </a:t>
            </a:r>
            <a:r>
              <a:rPr sz="1600" b="1" dirty="0">
                <a:solidFill>
                  <a:srgbClr val="404040"/>
                </a:solidFill>
                <a:latin typeface="Arial"/>
                <a:cs typeface="Arial"/>
              </a:rPr>
              <a:t>Doses</a:t>
            </a:r>
            <a:r>
              <a:rPr sz="1600" b="1" spc="-50" dirty="0">
                <a:solidFill>
                  <a:srgbClr val="404040"/>
                </a:solidFill>
                <a:latin typeface="Arial"/>
                <a:cs typeface="Arial"/>
              </a:rPr>
              <a:t> </a:t>
            </a:r>
            <a:r>
              <a:rPr sz="1600" b="1" dirty="0">
                <a:solidFill>
                  <a:srgbClr val="404040"/>
                </a:solidFill>
                <a:latin typeface="Arial"/>
                <a:cs typeface="Arial"/>
              </a:rPr>
              <a:t>/</a:t>
            </a:r>
            <a:r>
              <a:rPr sz="1600" b="1" spc="-40" dirty="0">
                <a:solidFill>
                  <a:srgbClr val="404040"/>
                </a:solidFill>
                <a:latin typeface="Arial"/>
                <a:cs typeface="Arial"/>
              </a:rPr>
              <a:t> </a:t>
            </a:r>
            <a:r>
              <a:rPr sz="1600" b="1" dirty="0">
                <a:solidFill>
                  <a:srgbClr val="404040"/>
                </a:solidFill>
                <a:latin typeface="Arial"/>
                <a:cs typeface="Arial"/>
              </a:rPr>
              <a:t>Expected</a:t>
            </a:r>
            <a:r>
              <a:rPr sz="1600" b="1" spc="-45" dirty="0">
                <a:solidFill>
                  <a:srgbClr val="404040"/>
                </a:solidFill>
                <a:latin typeface="Arial"/>
                <a:cs typeface="Arial"/>
              </a:rPr>
              <a:t> </a:t>
            </a:r>
            <a:r>
              <a:rPr sz="1600" b="1" dirty="0">
                <a:solidFill>
                  <a:srgbClr val="404040"/>
                </a:solidFill>
                <a:latin typeface="Arial"/>
                <a:cs typeface="Arial"/>
              </a:rPr>
              <a:t>Doses)</a:t>
            </a:r>
            <a:r>
              <a:rPr sz="1600" b="1" spc="-20" dirty="0">
                <a:solidFill>
                  <a:srgbClr val="404040"/>
                </a:solidFill>
                <a:latin typeface="Arial"/>
                <a:cs typeface="Arial"/>
              </a:rPr>
              <a:t> </a:t>
            </a:r>
            <a:r>
              <a:rPr sz="1600" b="1" dirty="0">
                <a:solidFill>
                  <a:srgbClr val="404040"/>
                </a:solidFill>
                <a:latin typeface="Arial"/>
                <a:cs typeface="Arial"/>
              </a:rPr>
              <a:t>×</a:t>
            </a:r>
            <a:r>
              <a:rPr sz="1600" b="1" spc="-45" dirty="0">
                <a:solidFill>
                  <a:srgbClr val="404040"/>
                </a:solidFill>
                <a:latin typeface="Arial"/>
                <a:cs typeface="Arial"/>
              </a:rPr>
              <a:t> </a:t>
            </a:r>
            <a:r>
              <a:rPr sz="1600" b="1" spc="-25" dirty="0">
                <a:solidFill>
                  <a:srgbClr val="404040"/>
                </a:solidFill>
                <a:latin typeface="Arial"/>
                <a:cs typeface="Arial"/>
              </a:rPr>
              <a:t>100</a:t>
            </a:r>
            <a:endParaRPr sz="1600">
              <a:latin typeface="Arial"/>
              <a:cs typeface="Arial"/>
            </a:endParaRPr>
          </a:p>
          <a:p>
            <a:pPr marL="12700">
              <a:lnSpc>
                <a:spcPts val="1825"/>
              </a:lnSpc>
              <a:spcBef>
                <a:spcPts val="790"/>
              </a:spcBef>
            </a:pPr>
            <a:r>
              <a:rPr sz="1600" b="1" spc="-10" dirty="0">
                <a:solidFill>
                  <a:srgbClr val="404040"/>
                </a:solidFill>
                <a:latin typeface="Arial"/>
                <a:cs typeface="Arial"/>
              </a:rPr>
              <a:t>Prediction/Alert</a:t>
            </a:r>
            <a:r>
              <a:rPr sz="1600" b="1" spc="45" dirty="0">
                <a:solidFill>
                  <a:srgbClr val="404040"/>
                </a:solidFill>
                <a:latin typeface="Arial"/>
                <a:cs typeface="Arial"/>
              </a:rPr>
              <a:t> </a:t>
            </a:r>
            <a:r>
              <a:rPr sz="1600" b="1" spc="-10" dirty="0">
                <a:solidFill>
                  <a:srgbClr val="404040"/>
                </a:solidFill>
                <a:latin typeface="Arial"/>
                <a:cs typeface="Arial"/>
              </a:rPr>
              <a:t>Process:</a:t>
            </a:r>
            <a:endParaRPr sz="1600">
              <a:latin typeface="Arial"/>
              <a:cs typeface="Arial"/>
            </a:endParaRPr>
          </a:p>
          <a:p>
            <a:pPr marL="12700">
              <a:lnSpc>
                <a:spcPts val="1730"/>
              </a:lnSpc>
            </a:pPr>
            <a:r>
              <a:rPr sz="1600" dirty="0">
                <a:solidFill>
                  <a:srgbClr val="404040"/>
                </a:solidFill>
                <a:latin typeface="Arial"/>
                <a:cs typeface="Arial"/>
              </a:rPr>
              <a:t>The</a:t>
            </a:r>
            <a:r>
              <a:rPr sz="1600" spc="-30" dirty="0">
                <a:solidFill>
                  <a:srgbClr val="404040"/>
                </a:solidFill>
                <a:latin typeface="Arial"/>
                <a:cs typeface="Arial"/>
              </a:rPr>
              <a:t> </a:t>
            </a:r>
            <a:r>
              <a:rPr sz="1600" dirty="0">
                <a:solidFill>
                  <a:srgbClr val="404040"/>
                </a:solidFill>
                <a:latin typeface="Arial"/>
                <a:cs typeface="Arial"/>
              </a:rPr>
              <a:t>system</a:t>
            </a:r>
            <a:r>
              <a:rPr sz="1600" spc="-15" dirty="0">
                <a:solidFill>
                  <a:srgbClr val="404040"/>
                </a:solidFill>
                <a:latin typeface="Arial"/>
                <a:cs typeface="Arial"/>
              </a:rPr>
              <a:t> </a:t>
            </a:r>
            <a:r>
              <a:rPr sz="1600" dirty="0">
                <a:solidFill>
                  <a:srgbClr val="404040"/>
                </a:solidFill>
                <a:latin typeface="Arial"/>
                <a:cs typeface="Arial"/>
              </a:rPr>
              <a:t>continuously</a:t>
            </a:r>
            <a:r>
              <a:rPr sz="1600" spc="-50" dirty="0">
                <a:solidFill>
                  <a:srgbClr val="404040"/>
                </a:solidFill>
                <a:latin typeface="Arial"/>
                <a:cs typeface="Arial"/>
              </a:rPr>
              <a:t> </a:t>
            </a:r>
            <a:r>
              <a:rPr sz="1600" dirty="0">
                <a:solidFill>
                  <a:srgbClr val="404040"/>
                </a:solidFill>
                <a:latin typeface="Arial"/>
                <a:cs typeface="Arial"/>
              </a:rPr>
              <a:t>compares</a:t>
            </a:r>
            <a:r>
              <a:rPr sz="1600" spc="-25" dirty="0">
                <a:solidFill>
                  <a:srgbClr val="404040"/>
                </a:solidFill>
                <a:latin typeface="Arial"/>
                <a:cs typeface="Arial"/>
              </a:rPr>
              <a:t> </a:t>
            </a:r>
            <a:r>
              <a:rPr sz="1600" dirty="0">
                <a:solidFill>
                  <a:srgbClr val="404040"/>
                </a:solidFill>
                <a:latin typeface="Arial"/>
                <a:cs typeface="Arial"/>
              </a:rPr>
              <a:t>the</a:t>
            </a:r>
            <a:r>
              <a:rPr sz="1600" spc="-25" dirty="0">
                <a:solidFill>
                  <a:srgbClr val="404040"/>
                </a:solidFill>
                <a:latin typeface="Arial"/>
                <a:cs typeface="Arial"/>
              </a:rPr>
              <a:t> </a:t>
            </a:r>
            <a:r>
              <a:rPr sz="1600" dirty="0">
                <a:solidFill>
                  <a:srgbClr val="404040"/>
                </a:solidFill>
                <a:latin typeface="Arial"/>
                <a:cs typeface="Arial"/>
              </a:rPr>
              <a:t>calculated</a:t>
            </a:r>
            <a:r>
              <a:rPr sz="1600" spc="-60" dirty="0">
                <a:solidFill>
                  <a:srgbClr val="404040"/>
                </a:solidFill>
                <a:latin typeface="Arial"/>
                <a:cs typeface="Arial"/>
              </a:rPr>
              <a:t> </a:t>
            </a:r>
            <a:r>
              <a:rPr sz="1600" dirty="0">
                <a:solidFill>
                  <a:srgbClr val="404040"/>
                </a:solidFill>
                <a:latin typeface="Arial"/>
                <a:cs typeface="Arial"/>
              </a:rPr>
              <a:t>adherence</a:t>
            </a:r>
            <a:r>
              <a:rPr sz="1600" spc="-20" dirty="0">
                <a:solidFill>
                  <a:srgbClr val="404040"/>
                </a:solidFill>
                <a:latin typeface="Arial"/>
                <a:cs typeface="Arial"/>
              </a:rPr>
              <a:t> </a:t>
            </a:r>
            <a:r>
              <a:rPr sz="1600" dirty="0">
                <a:solidFill>
                  <a:srgbClr val="404040"/>
                </a:solidFill>
                <a:latin typeface="Arial"/>
                <a:cs typeface="Arial"/>
              </a:rPr>
              <a:t>with</a:t>
            </a:r>
            <a:r>
              <a:rPr sz="1600" spc="-30" dirty="0">
                <a:solidFill>
                  <a:srgbClr val="404040"/>
                </a:solidFill>
                <a:latin typeface="Arial"/>
                <a:cs typeface="Arial"/>
              </a:rPr>
              <a:t> </a:t>
            </a:r>
            <a:r>
              <a:rPr sz="1600" dirty="0">
                <a:solidFill>
                  <a:srgbClr val="404040"/>
                </a:solidFill>
                <a:latin typeface="Arial"/>
                <a:cs typeface="Arial"/>
              </a:rPr>
              <a:t>the</a:t>
            </a:r>
            <a:r>
              <a:rPr sz="1600" spc="-30" dirty="0">
                <a:solidFill>
                  <a:srgbClr val="404040"/>
                </a:solidFill>
                <a:latin typeface="Arial"/>
                <a:cs typeface="Arial"/>
              </a:rPr>
              <a:t> </a:t>
            </a:r>
            <a:r>
              <a:rPr sz="1600" dirty="0">
                <a:solidFill>
                  <a:srgbClr val="404040"/>
                </a:solidFill>
                <a:latin typeface="Arial"/>
                <a:cs typeface="Arial"/>
              </a:rPr>
              <a:t>configured</a:t>
            </a:r>
            <a:r>
              <a:rPr sz="1600" spc="-35" dirty="0">
                <a:solidFill>
                  <a:srgbClr val="404040"/>
                </a:solidFill>
                <a:latin typeface="Arial"/>
                <a:cs typeface="Arial"/>
              </a:rPr>
              <a:t> </a:t>
            </a:r>
            <a:r>
              <a:rPr sz="1600" dirty="0">
                <a:solidFill>
                  <a:srgbClr val="404040"/>
                </a:solidFill>
                <a:latin typeface="Arial"/>
                <a:cs typeface="Arial"/>
              </a:rPr>
              <a:t>threshold.</a:t>
            </a:r>
            <a:r>
              <a:rPr sz="1600" spc="-25" dirty="0">
                <a:solidFill>
                  <a:srgbClr val="404040"/>
                </a:solidFill>
                <a:latin typeface="Arial"/>
                <a:cs typeface="Arial"/>
              </a:rPr>
              <a:t> </a:t>
            </a:r>
            <a:r>
              <a:rPr sz="1600" dirty="0">
                <a:solidFill>
                  <a:srgbClr val="404040"/>
                </a:solidFill>
                <a:latin typeface="Arial"/>
                <a:cs typeface="Arial"/>
              </a:rPr>
              <a:t>If</a:t>
            </a:r>
            <a:r>
              <a:rPr sz="1600" spc="-15" dirty="0">
                <a:solidFill>
                  <a:srgbClr val="404040"/>
                </a:solidFill>
                <a:latin typeface="Arial"/>
                <a:cs typeface="Arial"/>
              </a:rPr>
              <a:t> </a:t>
            </a:r>
            <a:r>
              <a:rPr sz="1600" dirty="0">
                <a:solidFill>
                  <a:srgbClr val="404040"/>
                </a:solidFill>
                <a:latin typeface="Arial"/>
                <a:cs typeface="Arial"/>
              </a:rPr>
              <a:t>adherence</a:t>
            </a:r>
            <a:r>
              <a:rPr sz="1600" spc="-35" dirty="0">
                <a:solidFill>
                  <a:srgbClr val="404040"/>
                </a:solidFill>
                <a:latin typeface="Arial"/>
                <a:cs typeface="Arial"/>
              </a:rPr>
              <a:t> </a:t>
            </a:r>
            <a:r>
              <a:rPr sz="1600" dirty="0">
                <a:solidFill>
                  <a:srgbClr val="404040"/>
                </a:solidFill>
                <a:latin typeface="Arial"/>
                <a:cs typeface="Arial"/>
              </a:rPr>
              <a:t>falls</a:t>
            </a:r>
            <a:r>
              <a:rPr sz="1600" spc="-40" dirty="0">
                <a:solidFill>
                  <a:srgbClr val="404040"/>
                </a:solidFill>
                <a:latin typeface="Arial"/>
                <a:cs typeface="Arial"/>
              </a:rPr>
              <a:t> </a:t>
            </a:r>
            <a:r>
              <a:rPr sz="1600" dirty="0">
                <a:solidFill>
                  <a:srgbClr val="404040"/>
                </a:solidFill>
                <a:latin typeface="Arial"/>
                <a:cs typeface="Arial"/>
              </a:rPr>
              <a:t>below</a:t>
            </a:r>
            <a:r>
              <a:rPr sz="1600" spc="-40" dirty="0">
                <a:solidFill>
                  <a:srgbClr val="404040"/>
                </a:solidFill>
                <a:latin typeface="Arial"/>
                <a:cs typeface="Arial"/>
              </a:rPr>
              <a:t> </a:t>
            </a:r>
            <a:r>
              <a:rPr sz="1600" spc="-25" dirty="0">
                <a:solidFill>
                  <a:srgbClr val="404040"/>
                </a:solidFill>
                <a:latin typeface="Arial"/>
                <a:cs typeface="Arial"/>
              </a:rPr>
              <a:t>the</a:t>
            </a:r>
            <a:endParaRPr sz="1600">
              <a:latin typeface="Arial"/>
              <a:cs typeface="Arial"/>
            </a:endParaRPr>
          </a:p>
          <a:p>
            <a:pPr marL="12700">
              <a:lnSpc>
                <a:spcPts val="1825"/>
              </a:lnSpc>
            </a:pPr>
            <a:r>
              <a:rPr sz="1600" dirty="0">
                <a:solidFill>
                  <a:srgbClr val="404040"/>
                </a:solidFill>
                <a:latin typeface="Arial"/>
                <a:cs typeface="Arial"/>
              </a:rPr>
              <a:t>threshold,</a:t>
            </a:r>
            <a:r>
              <a:rPr sz="1600" spc="-45" dirty="0">
                <a:solidFill>
                  <a:srgbClr val="404040"/>
                </a:solidFill>
                <a:latin typeface="Arial"/>
                <a:cs typeface="Arial"/>
              </a:rPr>
              <a:t> </a:t>
            </a:r>
            <a:r>
              <a:rPr sz="1600" dirty="0">
                <a:solidFill>
                  <a:srgbClr val="404040"/>
                </a:solidFill>
                <a:latin typeface="Arial"/>
                <a:cs typeface="Arial"/>
              </a:rPr>
              <a:t>an</a:t>
            </a:r>
            <a:r>
              <a:rPr sz="1600" spc="-45" dirty="0">
                <a:solidFill>
                  <a:srgbClr val="404040"/>
                </a:solidFill>
                <a:latin typeface="Arial"/>
                <a:cs typeface="Arial"/>
              </a:rPr>
              <a:t> </a:t>
            </a:r>
            <a:r>
              <a:rPr sz="1600" b="1" dirty="0">
                <a:solidFill>
                  <a:srgbClr val="404040"/>
                </a:solidFill>
                <a:latin typeface="Arial"/>
                <a:cs typeface="Arial"/>
              </a:rPr>
              <a:t>automatic</a:t>
            </a:r>
            <a:r>
              <a:rPr sz="1600" b="1" spc="-15" dirty="0">
                <a:solidFill>
                  <a:srgbClr val="404040"/>
                </a:solidFill>
                <a:latin typeface="Arial"/>
                <a:cs typeface="Arial"/>
              </a:rPr>
              <a:t> </a:t>
            </a:r>
            <a:r>
              <a:rPr sz="1600" b="1" dirty="0">
                <a:solidFill>
                  <a:srgbClr val="404040"/>
                </a:solidFill>
                <a:latin typeface="Arial"/>
                <a:cs typeface="Arial"/>
              </a:rPr>
              <a:t>alert</a:t>
            </a:r>
            <a:r>
              <a:rPr sz="1600" b="1" spc="-30" dirty="0">
                <a:solidFill>
                  <a:srgbClr val="404040"/>
                </a:solidFill>
                <a:latin typeface="Arial"/>
                <a:cs typeface="Arial"/>
              </a:rPr>
              <a:t> </a:t>
            </a:r>
            <a:r>
              <a:rPr sz="1600" dirty="0">
                <a:solidFill>
                  <a:srgbClr val="404040"/>
                </a:solidFill>
                <a:latin typeface="Arial"/>
                <a:cs typeface="Arial"/>
              </a:rPr>
              <a:t>is</a:t>
            </a:r>
            <a:r>
              <a:rPr sz="1600" spc="-60" dirty="0">
                <a:solidFill>
                  <a:srgbClr val="404040"/>
                </a:solidFill>
                <a:latin typeface="Arial"/>
                <a:cs typeface="Arial"/>
              </a:rPr>
              <a:t> </a:t>
            </a:r>
            <a:r>
              <a:rPr sz="1600" dirty="0">
                <a:solidFill>
                  <a:srgbClr val="404040"/>
                </a:solidFill>
                <a:latin typeface="Arial"/>
                <a:cs typeface="Arial"/>
              </a:rPr>
              <a:t>generated</a:t>
            </a:r>
            <a:r>
              <a:rPr sz="1600" spc="-30" dirty="0">
                <a:solidFill>
                  <a:srgbClr val="404040"/>
                </a:solidFill>
                <a:latin typeface="Arial"/>
                <a:cs typeface="Arial"/>
              </a:rPr>
              <a:t> </a:t>
            </a:r>
            <a:r>
              <a:rPr sz="1600" dirty="0">
                <a:solidFill>
                  <a:srgbClr val="404040"/>
                </a:solidFill>
                <a:latin typeface="Arial"/>
                <a:cs typeface="Arial"/>
              </a:rPr>
              <a:t>for</a:t>
            </a:r>
            <a:r>
              <a:rPr sz="1600" spc="-50" dirty="0">
                <a:solidFill>
                  <a:srgbClr val="404040"/>
                </a:solidFill>
                <a:latin typeface="Arial"/>
                <a:cs typeface="Arial"/>
              </a:rPr>
              <a:t> </a:t>
            </a:r>
            <a:r>
              <a:rPr sz="1600" dirty="0">
                <a:solidFill>
                  <a:srgbClr val="404040"/>
                </a:solidFill>
                <a:latin typeface="Arial"/>
                <a:cs typeface="Arial"/>
              </a:rPr>
              <a:t>the</a:t>
            </a:r>
            <a:r>
              <a:rPr sz="1600" spc="-40" dirty="0">
                <a:solidFill>
                  <a:srgbClr val="404040"/>
                </a:solidFill>
                <a:latin typeface="Arial"/>
                <a:cs typeface="Arial"/>
              </a:rPr>
              <a:t> </a:t>
            </a:r>
            <a:r>
              <a:rPr sz="1600" dirty="0">
                <a:solidFill>
                  <a:srgbClr val="404040"/>
                </a:solidFill>
                <a:latin typeface="Arial"/>
                <a:cs typeface="Arial"/>
              </a:rPr>
              <a:t>authorized</a:t>
            </a:r>
            <a:r>
              <a:rPr sz="1600" spc="-40" dirty="0">
                <a:solidFill>
                  <a:srgbClr val="404040"/>
                </a:solidFill>
                <a:latin typeface="Arial"/>
                <a:cs typeface="Arial"/>
              </a:rPr>
              <a:t> </a:t>
            </a:r>
            <a:r>
              <a:rPr sz="1600" dirty="0">
                <a:solidFill>
                  <a:srgbClr val="404040"/>
                </a:solidFill>
                <a:latin typeface="Arial"/>
                <a:cs typeface="Arial"/>
              </a:rPr>
              <a:t>caregiver/doctor</a:t>
            </a:r>
            <a:r>
              <a:rPr sz="1600" spc="-50" dirty="0">
                <a:solidFill>
                  <a:srgbClr val="404040"/>
                </a:solidFill>
                <a:latin typeface="Arial"/>
                <a:cs typeface="Arial"/>
              </a:rPr>
              <a:t> </a:t>
            </a:r>
            <a:r>
              <a:rPr sz="1600" dirty="0">
                <a:solidFill>
                  <a:srgbClr val="404040"/>
                </a:solidFill>
                <a:latin typeface="Arial"/>
                <a:cs typeface="Arial"/>
              </a:rPr>
              <a:t>and</a:t>
            </a:r>
            <a:r>
              <a:rPr sz="1600" spc="-40" dirty="0">
                <a:solidFill>
                  <a:srgbClr val="404040"/>
                </a:solidFill>
                <a:latin typeface="Arial"/>
                <a:cs typeface="Arial"/>
              </a:rPr>
              <a:t> </a:t>
            </a:r>
            <a:r>
              <a:rPr sz="1600" dirty="0">
                <a:solidFill>
                  <a:srgbClr val="404040"/>
                </a:solidFill>
                <a:latin typeface="Arial"/>
                <a:cs typeface="Arial"/>
              </a:rPr>
              <a:t>displayed</a:t>
            </a:r>
            <a:r>
              <a:rPr sz="1600" spc="-55" dirty="0">
                <a:solidFill>
                  <a:srgbClr val="404040"/>
                </a:solidFill>
                <a:latin typeface="Arial"/>
                <a:cs typeface="Arial"/>
              </a:rPr>
              <a:t> </a:t>
            </a:r>
            <a:r>
              <a:rPr sz="1600" dirty="0">
                <a:solidFill>
                  <a:srgbClr val="404040"/>
                </a:solidFill>
                <a:latin typeface="Arial"/>
                <a:cs typeface="Arial"/>
              </a:rPr>
              <a:t>on</a:t>
            </a:r>
            <a:r>
              <a:rPr sz="1600" spc="-55" dirty="0">
                <a:solidFill>
                  <a:srgbClr val="404040"/>
                </a:solidFill>
                <a:latin typeface="Arial"/>
                <a:cs typeface="Arial"/>
              </a:rPr>
              <a:t> </a:t>
            </a:r>
            <a:r>
              <a:rPr sz="1600" dirty="0">
                <a:solidFill>
                  <a:srgbClr val="404040"/>
                </a:solidFill>
                <a:latin typeface="Arial"/>
                <a:cs typeface="Arial"/>
              </a:rPr>
              <a:t>the</a:t>
            </a:r>
            <a:r>
              <a:rPr sz="1600" spc="-40" dirty="0">
                <a:solidFill>
                  <a:srgbClr val="404040"/>
                </a:solidFill>
                <a:latin typeface="Arial"/>
                <a:cs typeface="Arial"/>
              </a:rPr>
              <a:t> </a:t>
            </a:r>
            <a:r>
              <a:rPr sz="1600" spc="-10" dirty="0">
                <a:solidFill>
                  <a:srgbClr val="404040"/>
                </a:solidFill>
                <a:latin typeface="Arial"/>
                <a:cs typeface="Arial"/>
              </a:rPr>
              <a:t>dashboard.</a:t>
            </a:r>
            <a:endParaRPr sz="16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4000" spc="-50" dirty="0">
                <a:solidFill>
                  <a:srgbClr val="1CACE3"/>
                </a:solidFill>
                <a:latin typeface="Arial"/>
                <a:cs typeface="Arial"/>
              </a:rPr>
              <a:t>RESULT</a:t>
            </a:r>
            <a:endParaRPr sz="4000">
              <a:latin typeface="Arial"/>
              <a:cs typeface="Arial"/>
            </a:endParaRPr>
          </a:p>
        </p:txBody>
      </p:sp>
      <p:sp>
        <p:nvSpPr>
          <p:cNvPr id="3" name="object 3"/>
          <p:cNvSpPr txBox="1"/>
          <p:nvPr/>
        </p:nvSpPr>
        <p:spPr>
          <a:xfrm>
            <a:off x="533400" y="1185621"/>
            <a:ext cx="10803483" cy="3604064"/>
          </a:xfrm>
          <a:prstGeom prst="rect">
            <a:avLst/>
          </a:prstGeom>
        </p:spPr>
        <p:txBody>
          <a:bodyPr vert="horz" wrap="square" lIns="0" tIns="12700" rIns="0" bIns="0" rtlCol="0">
            <a:spAutoFit/>
          </a:bodyPr>
          <a:lstStyle/>
          <a:p>
            <a:pPr marL="318770" marR="5080" indent="-306705">
              <a:lnSpc>
                <a:spcPct val="110000"/>
              </a:lnSpc>
              <a:spcBef>
                <a:spcPts val="100"/>
              </a:spcBef>
              <a:buClr>
                <a:srgbClr val="1CACE3"/>
              </a:buClr>
              <a:buSzPct val="90625"/>
              <a:buFont typeface="Cambria"/>
              <a:buChar char="◾"/>
              <a:tabLst>
                <a:tab pos="318770" algn="l"/>
              </a:tabLst>
            </a:pPr>
            <a:r>
              <a:rPr sz="1600" dirty="0">
                <a:solidFill>
                  <a:srgbClr val="404040"/>
                </a:solidFill>
                <a:latin typeface="Arial"/>
                <a:cs typeface="Arial"/>
              </a:rPr>
              <a:t>Since</a:t>
            </a:r>
            <a:r>
              <a:rPr sz="1600" spc="-90" dirty="0">
                <a:solidFill>
                  <a:srgbClr val="404040"/>
                </a:solidFill>
                <a:latin typeface="Arial"/>
                <a:cs typeface="Arial"/>
              </a:rPr>
              <a:t> </a:t>
            </a:r>
            <a:r>
              <a:rPr sz="1600" dirty="0">
                <a:solidFill>
                  <a:srgbClr val="404040"/>
                </a:solidFill>
                <a:latin typeface="Arial"/>
                <a:cs typeface="Arial"/>
              </a:rPr>
              <a:t>the</a:t>
            </a:r>
            <a:r>
              <a:rPr sz="1600" spc="-35" dirty="0">
                <a:solidFill>
                  <a:srgbClr val="404040"/>
                </a:solidFill>
                <a:latin typeface="Arial"/>
                <a:cs typeface="Arial"/>
              </a:rPr>
              <a:t> </a:t>
            </a:r>
            <a:r>
              <a:rPr sz="1600" spc="-10" dirty="0">
                <a:solidFill>
                  <a:srgbClr val="404040"/>
                </a:solidFill>
                <a:latin typeface="Arial"/>
                <a:cs typeface="Arial"/>
              </a:rPr>
              <a:t>Medication</a:t>
            </a:r>
            <a:r>
              <a:rPr sz="1600" spc="-100" dirty="0">
                <a:solidFill>
                  <a:srgbClr val="404040"/>
                </a:solidFill>
                <a:latin typeface="Arial"/>
                <a:cs typeface="Arial"/>
              </a:rPr>
              <a:t> </a:t>
            </a:r>
            <a:r>
              <a:rPr sz="1600" dirty="0">
                <a:solidFill>
                  <a:srgbClr val="404040"/>
                </a:solidFill>
                <a:latin typeface="Arial"/>
                <a:cs typeface="Arial"/>
              </a:rPr>
              <a:t>Adherence</a:t>
            </a:r>
            <a:r>
              <a:rPr sz="1600" spc="-75" dirty="0">
                <a:solidFill>
                  <a:srgbClr val="404040"/>
                </a:solidFill>
                <a:latin typeface="Arial"/>
                <a:cs typeface="Arial"/>
              </a:rPr>
              <a:t> </a:t>
            </a:r>
            <a:r>
              <a:rPr sz="1600" dirty="0">
                <a:solidFill>
                  <a:srgbClr val="404040"/>
                </a:solidFill>
                <a:latin typeface="Arial"/>
                <a:cs typeface="Arial"/>
              </a:rPr>
              <a:t>Tracker</a:t>
            </a:r>
            <a:r>
              <a:rPr sz="1600" spc="-30" dirty="0">
                <a:solidFill>
                  <a:srgbClr val="404040"/>
                </a:solidFill>
                <a:latin typeface="Arial"/>
                <a:cs typeface="Arial"/>
              </a:rPr>
              <a:t> </a:t>
            </a:r>
            <a:r>
              <a:rPr sz="1600" dirty="0">
                <a:solidFill>
                  <a:srgbClr val="404040"/>
                </a:solidFill>
                <a:latin typeface="Arial"/>
                <a:cs typeface="Arial"/>
              </a:rPr>
              <a:t>uses</a:t>
            </a:r>
            <a:r>
              <a:rPr sz="1600" spc="-45" dirty="0">
                <a:solidFill>
                  <a:srgbClr val="404040"/>
                </a:solidFill>
                <a:latin typeface="Arial"/>
                <a:cs typeface="Arial"/>
              </a:rPr>
              <a:t> </a:t>
            </a:r>
            <a:r>
              <a:rPr sz="1600" dirty="0">
                <a:solidFill>
                  <a:srgbClr val="404040"/>
                </a:solidFill>
                <a:latin typeface="Arial"/>
                <a:cs typeface="Arial"/>
              </a:rPr>
              <a:t>a</a:t>
            </a:r>
            <a:r>
              <a:rPr sz="1600" spc="-20" dirty="0">
                <a:solidFill>
                  <a:srgbClr val="404040"/>
                </a:solidFill>
                <a:latin typeface="Arial"/>
                <a:cs typeface="Arial"/>
              </a:rPr>
              <a:t> </a:t>
            </a:r>
            <a:r>
              <a:rPr sz="1600" b="1" spc="-20" dirty="0">
                <a:solidFill>
                  <a:srgbClr val="404040"/>
                </a:solidFill>
                <a:latin typeface="Arial"/>
                <a:cs typeface="Arial"/>
              </a:rPr>
              <a:t>rule-</a:t>
            </a:r>
            <a:r>
              <a:rPr sz="1600" b="1" dirty="0">
                <a:solidFill>
                  <a:srgbClr val="404040"/>
                </a:solidFill>
                <a:latin typeface="Arial"/>
                <a:cs typeface="Arial"/>
              </a:rPr>
              <a:t>based</a:t>
            </a:r>
            <a:r>
              <a:rPr sz="1600" b="1" spc="-20" dirty="0">
                <a:solidFill>
                  <a:srgbClr val="404040"/>
                </a:solidFill>
                <a:latin typeface="Arial"/>
                <a:cs typeface="Arial"/>
              </a:rPr>
              <a:t> </a:t>
            </a:r>
            <a:r>
              <a:rPr sz="1600" b="1" dirty="0">
                <a:solidFill>
                  <a:srgbClr val="404040"/>
                </a:solidFill>
                <a:latin typeface="Arial"/>
                <a:cs typeface="Arial"/>
              </a:rPr>
              <a:t>adherence</a:t>
            </a:r>
            <a:r>
              <a:rPr sz="1600" b="1" spc="-35" dirty="0">
                <a:solidFill>
                  <a:srgbClr val="404040"/>
                </a:solidFill>
                <a:latin typeface="Arial"/>
                <a:cs typeface="Arial"/>
              </a:rPr>
              <a:t> </a:t>
            </a:r>
            <a:r>
              <a:rPr sz="1600" b="1" dirty="0">
                <a:solidFill>
                  <a:srgbClr val="404040"/>
                </a:solidFill>
                <a:latin typeface="Arial"/>
                <a:cs typeface="Arial"/>
              </a:rPr>
              <a:t>algorithm</a:t>
            </a:r>
            <a:r>
              <a:rPr sz="1600" b="1" spc="-10" dirty="0">
                <a:solidFill>
                  <a:srgbClr val="404040"/>
                </a:solidFill>
                <a:latin typeface="Arial"/>
                <a:cs typeface="Arial"/>
              </a:rPr>
              <a:t> </a:t>
            </a:r>
            <a:r>
              <a:rPr sz="1600" b="1" dirty="0">
                <a:solidFill>
                  <a:srgbClr val="404040"/>
                </a:solidFill>
                <a:latin typeface="Arial"/>
                <a:cs typeface="Arial"/>
              </a:rPr>
              <a:t>rather</a:t>
            </a:r>
            <a:r>
              <a:rPr sz="1600" b="1" spc="-35" dirty="0">
                <a:solidFill>
                  <a:srgbClr val="404040"/>
                </a:solidFill>
                <a:latin typeface="Arial"/>
                <a:cs typeface="Arial"/>
              </a:rPr>
              <a:t> </a:t>
            </a:r>
            <a:r>
              <a:rPr sz="1600" b="1" dirty="0">
                <a:solidFill>
                  <a:srgbClr val="404040"/>
                </a:solidFill>
                <a:latin typeface="Arial"/>
                <a:cs typeface="Arial"/>
              </a:rPr>
              <a:t>than</a:t>
            </a:r>
            <a:r>
              <a:rPr sz="1600" b="1" spc="-25" dirty="0">
                <a:solidFill>
                  <a:srgbClr val="404040"/>
                </a:solidFill>
                <a:latin typeface="Arial"/>
                <a:cs typeface="Arial"/>
              </a:rPr>
              <a:t> </a:t>
            </a:r>
            <a:r>
              <a:rPr sz="1600" b="1" dirty="0">
                <a:solidFill>
                  <a:srgbClr val="404040"/>
                </a:solidFill>
                <a:latin typeface="Arial"/>
                <a:cs typeface="Arial"/>
              </a:rPr>
              <a:t>machine</a:t>
            </a:r>
            <a:r>
              <a:rPr sz="1600" b="1" spc="-25" dirty="0">
                <a:solidFill>
                  <a:srgbClr val="404040"/>
                </a:solidFill>
                <a:latin typeface="Arial"/>
                <a:cs typeface="Arial"/>
              </a:rPr>
              <a:t> </a:t>
            </a:r>
            <a:r>
              <a:rPr sz="1600" b="1" spc="-10" dirty="0">
                <a:solidFill>
                  <a:srgbClr val="404040"/>
                </a:solidFill>
                <a:latin typeface="Arial"/>
                <a:cs typeface="Arial"/>
              </a:rPr>
              <a:t>learning</a:t>
            </a:r>
            <a:r>
              <a:rPr sz="1600" spc="-10" dirty="0">
                <a:solidFill>
                  <a:srgbClr val="404040"/>
                </a:solidFill>
                <a:latin typeface="Arial"/>
                <a:cs typeface="Arial"/>
              </a:rPr>
              <a:t>, </a:t>
            </a:r>
            <a:r>
              <a:rPr sz="1600" dirty="0">
                <a:solidFill>
                  <a:srgbClr val="404040"/>
                </a:solidFill>
                <a:latin typeface="Arial"/>
                <a:cs typeface="Arial"/>
              </a:rPr>
              <a:t>model</a:t>
            </a:r>
            <a:r>
              <a:rPr sz="1600" spc="-35" dirty="0">
                <a:solidFill>
                  <a:srgbClr val="404040"/>
                </a:solidFill>
                <a:latin typeface="Arial"/>
                <a:cs typeface="Arial"/>
              </a:rPr>
              <a:t> </a:t>
            </a:r>
            <a:r>
              <a:rPr sz="1600" dirty="0">
                <a:solidFill>
                  <a:srgbClr val="404040"/>
                </a:solidFill>
                <a:latin typeface="Arial"/>
                <a:cs typeface="Arial"/>
              </a:rPr>
              <a:t>accuracy</a:t>
            </a:r>
            <a:r>
              <a:rPr sz="1600" spc="-35" dirty="0">
                <a:solidFill>
                  <a:srgbClr val="404040"/>
                </a:solidFill>
                <a:latin typeface="Arial"/>
                <a:cs typeface="Arial"/>
              </a:rPr>
              <a:t> </a:t>
            </a:r>
            <a:r>
              <a:rPr sz="1600" dirty="0">
                <a:solidFill>
                  <a:srgbClr val="404040"/>
                </a:solidFill>
                <a:latin typeface="Arial"/>
                <a:cs typeface="Arial"/>
              </a:rPr>
              <a:t>is</a:t>
            </a:r>
            <a:r>
              <a:rPr sz="1600" spc="-45" dirty="0">
                <a:solidFill>
                  <a:srgbClr val="404040"/>
                </a:solidFill>
                <a:latin typeface="Arial"/>
                <a:cs typeface="Arial"/>
              </a:rPr>
              <a:t> </a:t>
            </a:r>
            <a:r>
              <a:rPr sz="1600" dirty="0">
                <a:solidFill>
                  <a:srgbClr val="404040"/>
                </a:solidFill>
                <a:latin typeface="Arial"/>
                <a:cs typeface="Arial"/>
              </a:rPr>
              <a:t>not</a:t>
            </a:r>
            <a:r>
              <a:rPr sz="1600" spc="-30" dirty="0">
                <a:solidFill>
                  <a:srgbClr val="404040"/>
                </a:solidFill>
                <a:latin typeface="Arial"/>
                <a:cs typeface="Arial"/>
              </a:rPr>
              <a:t> </a:t>
            </a:r>
            <a:r>
              <a:rPr sz="1600" spc="-10" dirty="0">
                <a:solidFill>
                  <a:srgbClr val="404040"/>
                </a:solidFill>
                <a:latin typeface="Arial"/>
                <a:cs typeface="Arial"/>
              </a:rPr>
              <a:t>applicable.</a:t>
            </a:r>
            <a:endParaRPr sz="1600" dirty="0">
              <a:latin typeface="Arial"/>
              <a:cs typeface="Arial"/>
            </a:endParaRPr>
          </a:p>
          <a:p>
            <a:pPr marL="318770" indent="-306070">
              <a:lnSpc>
                <a:spcPct val="100000"/>
              </a:lnSpc>
              <a:spcBef>
                <a:spcPts val="1175"/>
              </a:spcBef>
              <a:buClr>
                <a:srgbClr val="1CACE3"/>
              </a:buClr>
              <a:buSzPct val="90625"/>
              <a:buFont typeface="Cambria"/>
              <a:buChar char="◾"/>
              <a:tabLst>
                <a:tab pos="318770" algn="l"/>
              </a:tabLst>
            </a:pPr>
            <a:r>
              <a:rPr sz="1600" b="1" spc="-10" dirty="0">
                <a:solidFill>
                  <a:srgbClr val="404040"/>
                </a:solidFill>
                <a:latin typeface="Arial"/>
                <a:cs typeface="Arial"/>
              </a:rPr>
              <a:t>Adherence</a:t>
            </a:r>
            <a:r>
              <a:rPr sz="1600" b="1" spc="-75" dirty="0">
                <a:solidFill>
                  <a:srgbClr val="404040"/>
                </a:solidFill>
                <a:latin typeface="Arial"/>
                <a:cs typeface="Arial"/>
              </a:rPr>
              <a:t> </a:t>
            </a:r>
            <a:r>
              <a:rPr sz="1600" b="1" dirty="0">
                <a:solidFill>
                  <a:srgbClr val="404040"/>
                </a:solidFill>
                <a:latin typeface="Arial"/>
                <a:cs typeface="Arial"/>
              </a:rPr>
              <a:t>Accuracy:</a:t>
            </a:r>
            <a:r>
              <a:rPr sz="1600" b="1" spc="-15" dirty="0">
                <a:solidFill>
                  <a:srgbClr val="404040"/>
                </a:solidFill>
                <a:latin typeface="Arial"/>
                <a:cs typeface="Arial"/>
              </a:rPr>
              <a:t> </a:t>
            </a:r>
            <a:r>
              <a:rPr sz="1600" dirty="0">
                <a:solidFill>
                  <a:srgbClr val="404040"/>
                </a:solidFill>
                <a:latin typeface="Arial"/>
                <a:cs typeface="Arial"/>
              </a:rPr>
              <a:t>Calculated</a:t>
            </a:r>
            <a:r>
              <a:rPr sz="1600" spc="-80" dirty="0">
                <a:solidFill>
                  <a:srgbClr val="404040"/>
                </a:solidFill>
                <a:latin typeface="Arial"/>
                <a:cs typeface="Arial"/>
              </a:rPr>
              <a:t> </a:t>
            </a:r>
            <a:r>
              <a:rPr sz="1600" dirty="0">
                <a:solidFill>
                  <a:srgbClr val="404040"/>
                </a:solidFill>
                <a:latin typeface="Arial"/>
                <a:cs typeface="Arial"/>
              </a:rPr>
              <a:t>directly</a:t>
            </a:r>
            <a:r>
              <a:rPr sz="1600" spc="-75" dirty="0">
                <a:solidFill>
                  <a:srgbClr val="404040"/>
                </a:solidFill>
                <a:latin typeface="Arial"/>
                <a:cs typeface="Arial"/>
              </a:rPr>
              <a:t> </a:t>
            </a:r>
            <a:r>
              <a:rPr sz="1600" dirty="0">
                <a:solidFill>
                  <a:srgbClr val="404040"/>
                </a:solidFill>
                <a:latin typeface="Arial"/>
                <a:cs typeface="Arial"/>
              </a:rPr>
              <a:t>from</a:t>
            </a:r>
            <a:r>
              <a:rPr sz="1600" spc="-40" dirty="0">
                <a:solidFill>
                  <a:srgbClr val="404040"/>
                </a:solidFill>
                <a:latin typeface="Arial"/>
                <a:cs typeface="Arial"/>
              </a:rPr>
              <a:t> </a:t>
            </a:r>
            <a:r>
              <a:rPr sz="1600" dirty="0">
                <a:solidFill>
                  <a:srgbClr val="404040"/>
                </a:solidFill>
                <a:latin typeface="Arial"/>
                <a:cs typeface="Arial"/>
              </a:rPr>
              <a:t>medication</a:t>
            </a:r>
            <a:r>
              <a:rPr sz="1600" spc="-80" dirty="0">
                <a:solidFill>
                  <a:srgbClr val="404040"/>
                </a:solidFill>
                <a:latin typeface="Arial"/>
                <a:cs typeface="Arial"/>
              </a:rPr>
              <a:t> </a:t>
            </a:r>
            <a:r>
              <a:rPr sz="1600" dirty="0">
                <a:solidFill>
                  <a:srgbClr val="404040"/>
                </a:solidFill>
                <a:latin typeface="Arial"/>
                <a:cs typeface="Arial"/>
              </a:rPr>
              <a:t>intake</a:t>
            </a:r>
            <a:r>
              <a:rPr sz="1600" spc="-80" dirty="0">
                <a:solidFill>
                  <a:srgbClr val="404040"/>
                </a:solidFill>
                <a:latin typeface="Arial"/>
                <a:cs typeface="Arial"/>
              </a:rPr>
              <a:t> </a:t>
            </a:r>
            <a:r>
              <a:rPr sz="1600" spc="-10" dirty="0">
                <a:solidFill>
                  <a:srgbClr val="404040"/>
                </a:solidFill>
                <a:latin typeface="Arial"/>
                <a:cs typeface="Arial"/>
              </a:rPr>
              <a:t>records.</a:t>
            </a:r>
            <a:endParaRPr sz="1600" dirty="0">
              <a:latin typeface="Arial"/>
              <a:cs typeface="Arial"/>
            </a:endParaRPr>
          </a:p>
          <a:p>
            <a:pPr marL="318770" indent="-306070">
              <a:lnSpc>
                <a:spcPct val="100000"/>
              </a:lnSpc>
              <a:spcBef>
                <a:spcPts val="1180"/>
              </a:spcBef>
              <a:buClr>
                <a:srgbClr val="1CACE3"/>
              </a:buClr>
              <a:buSzPct val="90625"/>
              <a:buFont typeface="Cambria"/>
              <a:buChar char="◾"/>
              <a:tabLst>
                <a:tab pos="318770" algn="l"/>
              </a:tabLst>
            </a:pPr>
            <a:r>
              <a:rPr sz="1600" b="1" dirty="0">
                <a:solidFill>
                  <a:srgbClr val="404040"/>
                </a:solidFill>
                <a:latin typeface="Arial"/>
                <a:cs typeface="Arial"/>
              </a:rPr>
              <a:t>Effectiveness:</a:t>
            </a:r>
            <a:r>
              <a:rPr sz="1600" b="1" spc="-5" dirty="0">
                <a:solidFill>
                  <a:srgbClr val="404040"/>
                </a:solidFill>
                <a:latin typeface="Arial"/>
                <a:cs typeface="Arial"/>
              </a:rPr>
              <a:t> </a:t>
            </a:r>
            <a:r>
              <a:rPr sz="1600" dirty="0">
                <a:solidFill>
                  <a:srgbClr val="404040"/>
                </a:solidFill>
                <a:latin typeface="Arial"/>
                <a:cs typeface="Arial"/>
              </a:rPr>
              <a:t>Identifies</a:t>
            </a:r>
            <a:r>
              <a:rPr sz="1600" spc="-65" dirty="0">
                <a:solidFill>
                  <a:srgbClr val="404040"/>
                </a:solidFill>
                <a:latin typeface="Arial"/>
                <a:cs typeface="Arial"/>
              </a:rPr>
              <a:t> </a:t>
            </a:r>
            <a:r>
              <a:rPr sz="1600" dirty="0">
                <a:solidFill>
                  <a:srgbClr val="404040"/>
                </a:solidFill>
                <a:latin typeface="Arial"/>
                <a:cs typeface="Arial"/>
              </a:rPr>
              <a:t>missed/skipped</a:t>
            </a:r>
            <a:r>
              <a:rPr sz="1600" spc="-85" dirty="0">
                <a:solidFill>
                  <a:srgbClr val="404040"/>
                </a:solidFill>
                <a:latin typeface="Arial"/>
                <a:cs typeface="Arial"/>
              </a:rPr>
              <a:t> </a:t>
            </a:r>
            <a:r>
              <a:rPr sz="1600" dirty="0">
                <a:solidFill>
                  <a:srgbClr val="404040"/>
                </a:solidFill>
                <a:latin typeface="Arial"/>
                <a:cs typeface="Arial"/>
              </a:rPr>
              <a:t>doses</a:t>
            </a:r>
            <a:r>
              <a:rPr sz="1600" spc="-75" dirty="0">
                <a:solidFill>
                  <a:srgbClr val="404040"/>
                </a:solidFill>
                <a:latin typeface="Arial"/>
                <a:cs typeface="Arial"/>
              </a:rPr>
              <a:t> </a:t>
            </a:r>
            <a:r>
              <a:rPr sz="1600" dirty="0">
                <a:solidFill>
                  <a:srgbClr val="404040"/>
                </a:solidFill>
                <a:latin typeface="Arial"/>
                <a:cs typeface="Arial"/>
              </a:rPr>
              <a:t>and</a:t>
            </a:r>
            <a:r>
              <a:rPr sz="1600" spc="-55" dirty="0">
                <a:solidFill>
                  <a:srgbClr val="404040"/>
                </a:solidFill>
                <a:latin typeface="Arial"/>
                <a:cs typeface="Arial"/>
              </a:rPr>
              <a:t> </a:t>
            </a:r>
            <a:r>
              <a:rPr sz="1600" spc="-10" dirty="0">
                <a:solidFill>
                  <a:srgbClr val="404040"/>
                </a:solidFill>
                <a:latin typeface="Arial"/>
                <a:cs typeface="Arial"/>
              </a:rPr>
              <a:t>low-</a:t>
            </a:r>
            <a:r>
              <a:rPr sz="1600" dirty="0">
                <a:solidFill>
                  <a:srgbClr val="404040"/>
                </a:solidFill>
                <a:latin typeface="Arial"/>
                <a:cs typeface="Arial"/>
              </a:rPr>
              <a:t>adherence</a:t>
            </a:r>
            <a:r>
              <a:rPr sz="1600" spc="-55" dirty="0">
                <a:solidFill>
                  <a:srgbClr val="404040"/>
                </a:solidFill>
                <a:latin typeface="Arial"/>
                <a:cs typeface="Arial"/>
              </a:rPr>
              <a:t> </a:t>
            </a:r>
            <a:r>
              <a:rPr sz="1600" spc="-10" dirty="0">
                <a:solidFill>
                  <a:srgbClr val="404040"/>
                </a:solidFill>
                <a:latin typeface="Arial"/>
                <a:cs typeface="Arial"/>
              </a:rPr>
              <a:t>patients.</a:t>
            </a:r>
            <a:endParaRPr sz="1600" dirty="0">
              <a:latin typeface="Arial"/>
              <a:cs typeface="Arial"/>
            </a:endParaRPr>
          </a:p>
          <a:p>
            <a:pPr marL="318770" indent="-306070">
              <a:lnSpc>
                <a:spcPct val="100000"/>
              </a:lnSpc>
              <a:spcBef>
                <a:spcPts val="1175"/>
              </a:spcBef>
              <a:buClr>
                <a:srgbClr val="1CACE3"/>
              </a:buClr>
              <a:buSzPct val="90625"/>
              <a:buFont typeface="Cambria"/>
              <a:buChar char="◾"/>
              <a:tabLst>
                <a:tab pos="318770" algn="l"/>
              </a:tabLst>
            </a:pPr>
            <a:r>
              <a:rPr sz="1600" b="1" spc="-10" dirty="0">
                <a:solidFill>
                  <a:srgbClr val="404040"/>
                </a:solidFill>
                <a:latin typeface="Arial"/>
                <a:cs typeface="Arial"/>
              </a:rPr>
              <a:t>Performance</a:t>
            </a:r>
            <a:r>
              <a:rPr sz="1600" b="1" spc="-50" dirty="0">
                <a:solidFill>
                  <a:srgbClr val="404040"/>
                </a:solidFill>
                <a:latin typeface="Arial"/>
                <a:cs typeface="Arial"/>
              </a:rPr>
              <a:t> </a:t>
            </a:r>
            <a:r>
              <a:rPr sz="1600" b="1" dirty="0">
                <a:solidFill>
                  <a:srgbClr val="404040"/>
                </a:solidFill>
                <a:latin typeface="Arial"/>
                <a:cs typeface="Arial"/>
              </a:rPr>
              <a:t>Metrics:</a:t>
            </a:r>
            <a:r>
              <a:rPr sz="1600" b="1" spc="-30" dirty="0">
                <a:solidFill>
                  <a:srgbClr val="404040"/>
                </a:solidFill>
                <a:latin typeface="Arial"/>
                <a:cs typeface="Arial"/>
              </a:rPr>
              <a:t> </a:t>
            </a:r>
            <a:r>
              <a:rPr sz="1600" spc="-10" dirty="0">
                <a:solidFill>
                  <a:srgbClr val="404040"/>
                </a:solidFill>
                <a:latin typeface="Arial"/>
                <a:cs typeface="Arial"/>
              </a:rPr>
              <a:t>Daily,</a:t>
            </a:r>
            <a:r>
              <a:rPr sz="1600" spc="-55" dirty="0">
                <a:solidFill>
                  <a:srgbClr val="404040"/>
                </a:solidFill>
                <a:latin typeface="Arial"/>
                <a:cs typeface="Arial"/>
              </a:rPr>
              <a:t> </a:t>
            </a:r>
            <a:r>
              <a:rPr sz="1600" spc="-10" dirty="0">
                <a:solidFill>
                  <a:srgbClr val="404040"/>
                </a:solidFill>
                <a:latin typeface="Arial"/>
                <a:cs typeface="Arial"/>
              </a:rPr>
              <a:t>weekly,</a:t>
            </a:r>
            <a:r>
              <a:rPr sz="1600" spc="-45" dirty="0">
                <a:solidFill>
                  <a:srgbClr val="404040"/>
                </a:solidFill>
                <a:latin typeface="Arial"/>
                <a:cs typeface="Arial"/>
              </a:rPr>
              <a:t> </a:t>
            </a:r>
            <a:r>
              <a:rPr sz="1600" dirty="0">
                <a:solidFill>
                  <a:srgbClr val="404040"/>
                </a:solidFill>
                <a:latin typeface="Arial"/>
                <a:cs typeface="Arial"/>
              </a:rPr>
              <a:t>and</a:t>
            </a:r>
            <a:r>
              <a:rPr sz="1600" spc="-55" dirty="0">
                <a:solidFill>
                  <a:srgbClr val="404040"/>
                </a:solidFill>
                <a:latin typeface="Arial"/>
                <a:cs typeface="Arial"/>
              </a:rPr>
              <a:t> </a:t>
            </a:r>
            <a:r>
              <a:rPr sz="1600" dirty="0">
                <a:solidFill>
                  <a:srgbClr val="404040"/>
                </a:solidFill>
                <a:latin typeface="Arial"/>
                <a:cs typeface="Arial"/>
              </a:rPr>
              <a:t>monthly</a:t>
            </a:r>
            <a:r>
              <a:rPr sz="1600" spc="-65" dirty="0">
                <a:solidFill>
                  <a:srgbClr val="404040"/>
                </a:solidFill>
                <a:latin typeface="Arial"/>
                <a:cs typeface="Arial"/>
              </a:rPr>
              <a:t> </a:t>
            </a:r>
            <a:r>
              <a:rPr sz="1600" dirty="0">
                <a:solidFill>
                  <a:srgbClr val="404040"/>
                </a:solidFill>
                <a:latin typeface="Arial"/>
                <a:cs typeface="Arial"/>
              </a:rPr>
              <a:t>adherence</a:t>
            </a:r>
            <a:r>
              <a:rPr sz="1600" spc="-55" dirty="0">
                <a:solidFill>
                  <a:srgbClr val="404040"/>
                </a:solidFill>
                <a:latin typeface="Arial"/>
                <a:cs typeface="Arial"/>
              </a:rPr>
              <a:t> </a:t>
            </a:r>
            <a:r>
              <a:rPr sz="1600" spc="-10" dirty="0">
                <a:solidFill>
                  <a:srgbClr val="404040"/>
                </a:solidFill>
                <a:latin typeface="Arial"/>
                <a:cs typeface="Arial"/>
              </a:rPr>
              <a:t>percentage.</a:t>
            </a:r>
            <a:endParaRPr sz="1600" dirty="0">
              <a:latin typeface="Arial"/>
              <a:cs typeface="Arial"/>
            </a:endParaRPr>
          </a:p>
          <a:p>
            <a:pPr marL="318770" indent="-306070">
              <a:lnSpc>
                <a:spcPct val="100000"/>
              </a:lnSpc>
              <a:spcBef>
                <a:spcPts val="1175"/>
              </a:spcBef>
              <a:buClr>
                <a:srgbClr val="1CACE3"/>
              </a:buClr>
              <a:buSzPct val="90625"/>
              <a:buFont typeface="Cambria"/>
              <a:buChar char="◾"/>
              <a:tabLst>
                <a:tab pos="318770" algn="l"/>
              </a:tabLst>
            </a:pPr>
            <a:r>
              <a:rPr sz="1600" b="1" dirty="0">
                <a:solidFill>
                  <a:srgbClr val="404040"/>
                </a:solidFill>
                <a:latin typeface="Arial"/>
                <a:cs typeface="Arial"/>
              </a:rPr>
              <a:t>Visualization:</a:t>
            </a:r>
            <a:r>
              <a:rPr sz="1600" b="1" spc="-25" dirty="0">
                <a:solidFill>
                  <a:srgbClr val="404040"/>
                </a:solidFill>
                <a:latin typeface="Arial"/>
                <a:cs typeface="Arial"/>
              </a:rPr>
              <a:t> </a:t>
            </a:r>
            <a:r>
              <a:rPr sz="1600" dirty="0">
                <a:solidFill>
                  <a:srgbClr val="404040"/>
                </a:solidFill>
                <a:latin typeface="Arial"/>
                <a:cs typeface="Arial"/>
              </a:rPr>
              <a:t>Line</a:t>
            </a:r>
            <a:r>
              <a:rPr sz="1600" spc="-50" dirty="0">
                <a:solidFill>
                  <a:srgbClr val="404040"/>
                </a:solidFill>
                <a:latin typeface="Arial"/>
                <a:cs typeface="Arial"/>
              </a:rPr>
              <a:t> </a:t>
            </a:r>
            <a:r>
              <a:rPr sz="1600" dirty="0">
                <a:solidFill>
                  <a:srgbClr val="404040"/>
                </a:solidFill>
                <a:latin typeface="Arial"/>
                <a:cs typeface="Arial"/>
              </a:rPr>
              <a:t>charts</a:t>
            </a:r>
            <a:r>
              <a:rPr sz="1600" spc="-40" dirty="0">
                <a:solidFill>
                  <a:srgbClr val="404040"/>
                </a:solidFill>
                <a:latin typeface="Arial"/>
                <a:cs typeface="Arial"/>
              </a:rPr>
              <a:t> </a:t>
            </a:r>
            <a:r>
              <a:rPr sz="1600" dirty="0">
                <a:solidFill>
                  <a:srgbClr val="404040"/>
                </a:solidFill>
                <a:latin typeface="Arial"/>
                <a:cs typeface="Arial"/>
              </a:rPr>
              <a:t>show</a:t>
            </a:r>
            <a:r>
              <a:rPr sz="1600" spc="-50" dirty="0">
                <a:solidFill>
                  <a:srgbClr val="404040"/>
                </a:solidFill>
                <a:latin typeface="Arial"/>
                <a:cs typeface="Arial"/>
              </a:rPr>
              <a:t> </a:t>
            </a:r>
            <a:r>
              <a:rPr sz="1600" dirty="0">
                <a:solidFill>
                  <a:srgbClr val="404040"/>
                </a:solidFill>
                <a:latin typeface="Arial"/>
                <a:cs typeface="Arial"/>
              </a:rPr>
              <a:t>adherence</a:t>
            </a:r>
            <a:r>
              <a:rPr sz="1600" spc="-40" dirty="0">
                <a:solidFill>
                  <a:srgbClr val="404040"/>
                </a:solidFill>
                <a:latin typeface="Arial"/>
                <a:cs typeface="Arial"/>
              </a:rPr>
              <a:t> </a:t>
            </a:r>
            <a:r>
              <a:rPr sz="1600" dirty="0">
                <a:solidFill>
                  <a:srgbClr val="404040"/>
                </a:solidFill>
                <a:latin typeface="Arial"/>
                <a:cs typeface="Arial"/>
              </a:rPr>
              <a:t>trends</a:t>
            </a:r>
            <a:r>
              <a:rPr sz="1600" spc="-30" dirty="0">
                <a:solidFill>
                  <a:srgbClr val="404040"/>
                </a:solidFill>
                <a:latin typeface="Arial"/>
                <a:cs typeface="Arial"/>
              </a:rPr>
              <a:t> </a:t>
            </a:r>
            <a:r>
              <a:rPr sz="1600" dirty="0">
                <a:solidFill>
                  <a:srgbClr val="404040"/>
                </a:solidFill>
                <a:latin typeface="Arial"/>
                <a:cs typeface="Arial"/>
              </a:rPr>
              <a:t>over</a:t>
            </a:r>
            <a:r>
              <a:rPr sz="1600" spc="-45" dirty="0">
                <a:solidFill>
                  <a:srgbClr val="404040"/>
                </a:solidFill>
                <a:latin typeface="Arial"/>
                <a:cs typeface="Arial"/>
              </a:rPr>
              <a:t> </a:t>
            </a:r>
            <a:r>
              <a:rPr sz="1600" spc="-10" dirty="0">
                <a:solidFill>
                  <a:srgbClr val="404040"/>
                </a:solidFill>
                <a:latin typeface="Arial"/>
                <a:cs typeface="Arial"/>
              </a:rPr>
              <a:t>time.</a:t>
            </a:r>
            <a:endParaRPr sz="1600" dirty="0">
              <a:latin typeface="Arial"/>
              <a:cs typeface="Arial"/>
            </a:endParaRPr>
          </a:p>
          <a:p>
            <a:pPr marL="318770" indent="-306070">
              <a:lnSpc>
                <a:spcPct val="100000"/>
              </a:lnSpc>
              <a:spcBef>
                <a:spcPts val="1180"/>
              </a:spcBef>
              <a:buClr>
                <a:srgbClr val="1CACE3"/>
              </a:buClr>
              <a:buSzPct val="90625"/>
              <a:buFont typeface="Cambria"/>
              <a:buChar char="◾"/>
              <a:tabLst>
                <a:tab pos="318770" algn="l"/>
              </a:tabLst>
            </a:pPr>
            <a:r>
              <a:rPr sz="1600" b="1" dirty="0">
                <a:solidFill>
                  <a:srgbClr val="404040"/>
                </a:solidFill>
                <a:latin typeface="Arial"/>
                <a:cs typeface="Arial"/>
              </a:rPr>
              <a:t>Comparison:</a:t>
            </a:r>
            <a:r>
              <a:rPr sz="1600" b="1" spc="-35" dirty="0">
                <a:solidFill>
                  <a:srgbClr val="404040"/>
                </a:solidFill>
                <a:latin typeface="Arial"/>
                <a:cs typeface="Arial"/>
              </a:rPr>
              <a:t> </a:t>
            </a:r>
            <a:r>
              <a:rPr sz="1600" dirty="0">
                <a:solidFill>
                  <a:srgbClr val="404040"/>
                </a:solidFill>
                <a:latin typeface="Arial"/>
                <a:cs typeface="Arial"/>
              </a:rPr>
              <a:t>Expected</a:t>
            </a:r>
            <a:r>
              <a:rPr sz="1600" spc="-50" dirty="0">
                <a:solidFill>
                  <a:srgbClr val="404040"/>
                </a:solidFill>
                <a:latin typeface="Arial"/>
                <a:cs typeface="Arial"/>
              </a:rPr>
              <a:t> </a:t>
            </a:r>
            <a:r>
              <a:rPr sz="1600" dirty="0">
                <a:solidFill>
                  <a:srgbClr val="404040"/>
                </a:solidFill>
                <a:latin typeface="Arial"/>
                <a:cs typeface="Arial"/>
              </a:rPr>
              <a:t>doses</a:t>
            </a:r>
            <a:r>
              <a:rPr sz="1600" spc="-60" dirty="0">
                <a:solidFill>
                  <a:srgbClr val="404040"/>
                </a:solidFill>
                <a:latin typeface="Arial"/>
                <a:cs typeface="Arial"/>
              </a:rPr>
              <a:t> </a:t>
            </a:r>
            <a:r>
              <a:rPr sz="1600" dirty="0">
                <a:solidFill>
                  <a:srgbClr val="404040"/>
                </a:solidFill>
                <a:latin typeface="Arial"/>
                <a:cs typeface="Arial"/>
              </a:rPr>
              <a:t>are</a:t>
            </a:r>
            <a:r>
              <a:rPr sz="1600" spc="-50" dirty="0">
                <a:solidFill>
                  <a:srgbClr val="404040"/>
                </a:solidFill>
                <a:latin typeface="Arial"/>
                <a:cs typeface="Arial"/>
              </a:rPr>
              <a:t> </a:t>
            </a:r>
            <a:r>
              <a:rPr sz="1600" dirty="0">
                <a:solidFill>
                  <a:srgbClr val="404040"/>
                </a:solidFill>
                <a:latin typeface="Arial"/>
                <a:cs typeface="Arial"/>
              </a:rPr>
              <a:t>compared</a:t>
            </a:r>
            <a:r>
              <a:rPr sz="1600" spc="-50" dirty="0">
                <a:solidFill>
                  <a:srgbClr val="404040"/>
                </a:solidFill>
                <a:latin typeface="Arial"/>
                <a:cs typeface="Arial"/>
              </a:rPr>
              <a:t> </a:t>
            </a:r>
            <a:r>
              <a:rPr sz="1600" dirty="0">
                <a:solidFill>
                  <a:srgbClr val="404040"/>
                </a:solidFill>
                <a:latin typeface="Arial"/>
                <a:cs typeface="Arial"/>
              </a:rPr>
              <a:t>with</a:t>
            </a:r>
            <a:r>
              <a:rPr sz="1600" spc="-50" dirty="0">
                <a:solidFill>
                  <a:srgbClr val="404040"/>
                </a:solidFill>
                <a:latin typeface="Arial"/>
                <a:cs typeface="Arial"/>
              </a:rPr>
              <a:t> </a:t>
            </a:r>
            <a:r>
              <a:rPr sz="1600" dirty="0">
                <a:solidFill>
                  <a:srgbClr val="404040"/>
                </a:solidFill>
                <a:latin typeface="Arial"/>
                <a:cs typeface="Arial"/>
              </a:rPr>
              <a:t>actual</a:t>
            </a:r>
            <a:r>
              <a:rPr sz="1600" spc="-40" dirty="0">
                <a:solidFill>
                  <a:srgbClr val="404040"/>
                </a:solidFill>
                <a:latin typeface="Arial"/>
                <a:cs typeface="Arial"/>
              </a:rPr>
              <a:t> </a:t>
            </a:r>
            <a:r>
              <a:rPr sz="1600" b="1" spc="-10" dirty="0">
                <a:solidFill>
                  <a:srgbClr val="404040"/>
                </a:solidFill>
                <a:latin typeface="Arial"/>
                <a:cs typeface="Arial"/>
              </a:rPr>
              <a:t>Taken,</a:t>
            </a:r>
            <a:r>
              <a:rPr sz="1600" b="1" spc="-55" dirty="0">
                <a:solidFill>
                  <a:srgbClr val="404040"/>
                </a:solidFill>
                <a:latin typeface="Arial"/>
                <a:cs typeface="Arial"/>
              </a:rPr>
              <a:t> </a:t>
            </a:r>
            <a:r>
              <a:rPr sz="1600" b="1" dirty="0">
                <a:solidFill>
                  <a:srgbClr val="404040"/>
                </a:solidFill>
                <a:latin typeface="Arial"/>
                <a:cs typeface="Arial"/>
              </a:rPr>
              <a:t>Missed,</a:t>
            </a:r>
            <a:r>
              <a:rPr sz="1600" b="1" spc="-45" dirty="0">
                <a:solidFill>
                  <a:srgbClr val="404040"/>
                </a:solidFill>
                <a:latin typeface="Arial"/>
                <a:cs typeface="Arial"/>
              </a:rPr>
              <a:t> </a:t>
            </a:r>
            <a:r>
              <a:rPr sz="1600" b="1" dirty="0">
                <a:solidFill>
                  <a:srgbClr val="404040"/>
                </a:solidFill>
                <a:latin typeface="Arial"/>
                <a:cs typeface="Arial"/>
              </a:rPr>
              <a:t>and</a:t>
            </a:r>
            <a:r>
              <a:rPr sz="1600" b="1" spc="-55" dirty="0">
                <a:solidFill>
                  <a:srgbClr val="404040"/>
                </a:solidFill>
                <a:latin typeface="Arial"/>
                <a:cs typeface="Arial"/>
              </a:rPr>
              <a:t> </a:t>
            </a:r>
            <a:r>
              <a:rPr sz="1600" b="1" dirty="0">
                <a:solidFill>
                  <a:srgbClr val="404040"/>
                </a:solidFill>
                <a:latin typeface="Arial"/>
                <a:cs typeface="Arial"/>
              </a:rPr>
              <a:t>Skipped</a:t>
            </a:r>
            <a:r>
              <a:rPr sz="1600" b="1" spc="-40" dirty="0">
                <a:solidFill>
                  <a:srgbClr val="404040"/>
                </a:solidFill>
                <a:latin typeface="Arial"/>
                <a:cs typeface="Arial"/>
              </a:rPr>
              <a:t> </a:t>
            </a:r>
            <a:r>
              <a:rPr sz="1600" spc="-10" dirty="0">
                <a:solidFill>
                  <a:srgbClr val="404040"/>
                </a:solidFill>
                <a:latin typeface="Arial"/>
                <a:cs typeface="Arial"/>
              </a:rPr>
              <a:t>doses.</a:t>
            </a:r>
            <a:endParaRPr sz="1600" dirty="0">
              <a:latin typeface="Arial"/>
              <a:cs typeface="Arial"/>
            </a:endParaRPr>
          </a:p>
          <a:p>
            <a:pPr marL="318770" indent="-306070">
              <a:lnSpc>
                <a:spcPct val="100000"/>
              </a:lnSpc>
              <a:spcBef>
                <a:spcPts val="1175"/>
              </a:spcBef>
              <a:buClr>
                <a:srgbClr val="1CACE3"/>
              </a:buClr>
              <a:buSzPct val="90625"/>
              <a:buFont typeface="Cambria"/>
              <a:buChar char="◾"/>
              <a:tabLst>
                <a:tab pos="318770" algn="l"/>
              </a:tabLst>
            </a:pPr>
            <a:r>
              <a:rPr sz="1600" b="1" dirty="0">
                <a:solidFill>
                  <a:srgbClr val="404040"/>
                </a:solidFill>
                <a:latin typeface="Arial"/>
                <a:cs typeface="Arial"/>
              </a:rPr>
              <a:t>Alerts: </a:t>
            </a:r>
            <a:r>
              <a:rPr sz="1600" dirty="0">
                <a:solidFill>
                  <a:srgbClr val="404040"/>
                </a:solidFill>
                <a:latin typeface="Arial"/>
                <a:cs typeface="Arial"/>
              </a:rPr>
              <a:t>Caregivers/doctors</a:t>
            </a:r>
            <a:r>
              <a:rPr sz="1600" spc="-35" dirty="0">
                <a:solidFill>
                  <a:srgbClr val="404040"/>
                </a:solidFill>
                <a:latin typeface="Arial"/>
                <a:cs typeface="Arial"/>
              </a:rPr>
              <a:t> </a:t>
            </a:r>
            <a:r>
              <a:rPr sz="1600" dirty="0">
                <a:solidFill>
                  <a:srgbClr val="404040"/>
                </a:solidFill>
                <a:latin typeface="Arial"/>
                <a:cs typeface="Arial"/>
              </a:rPr>
              <a:t>are</a:t>
            </a:r>
            <a:r>
              <a:rPr sz="1600" spc="-50" dirty="0">
                <a:solidFill>
                  <a:srgbClr val="404040"/>
                </a:solidFill>
                <a:latin typeface="Arial"/>
                <a:cs typeface="Arial"/>
              </a:rPr>
              <a:t> </a:t>
            </a:r>
            <a:r>
              <a:rPr sz="1600" dirty="0">
                <a:solidFill>
                  <a:srgbClr val="404040"/>
                </a:solidFill>
                <a:latin typeface="Arial"/>
                <a:cs typeface="Arial"/>
              </a:rPr>
              <a:t>notified</a:t>
            </a:r>
            <a:r>
              <a:rPr sz="1600" spc="-55" dirty="0">
                <a:solidFill>
                  <a:srgbClr val="404040"/>
                </a:solidFill>
                <a:latin typeface="Arial"/>
                <a:cs typeface="Arial"/>
              </a:rPr>
              <a:t> </a:t>
            </a:r>
            <a:r>
              <a:rPr sz="1600" dirty="0">
                <a:solidFill>
                  <a:srgbClr val="404040"/>
                </a:solidFill>
                <a:latin typeface="Arial"/>
                <a:cs typeface="Arial"/>
              </a:rPr>
              <a:t>when</a:t>
            </a:r>
            <a:r>
              <a:rPr sz="1600" spc="-45" dirty="0">
                <a:solidFill>
                  <a:srgbClr val="404040"/>
                </a:solidFill>
                <a:latin typeface="Arial"/>
                <a:cs typeface="Arial"/>
              </a:rPr>
              <a:t> </a:t>
            </a:r>
            <a:r>
              <a:rPr sz="1600" dirty="0">
                <a:solidFill>
                  <a:srgbClr val="404040"/>
                </a:solidFill>
                <a:latin typeface="Arial"/>
                <a:cs typeface="Arial"/>
              </a:rPr>
              <a:t>adherence</a:t>
            </a:r>
            <a:r>
              <a:rPr sz="1600" spc="-55" dirty="0">
                <a:solidFill>
                  <a:srgbClr val="404040"/>
                </a:solidFill>
                <a:latin typeface="Arial"/>
                <a:cs typeface="Arial"/>
              </a:rPr>
              <a:t> </a:t>
            </a:r>
            <a:r>
              <a:rPr sz="1600" dirty="0">
                <a:solidFill>
                  <a:srgbClr val="404040"/>
                </a:solidFill>
                <a:latin typeface="Arial"/>
                <a:cs typeface="Arial"/>
              </a:rPr>
              <a:t>falls</a:t>
            </a:r>
            <a:r>
              <a:rPr sz="1600" spc="-60" dirty="0">
                <a:solidFill>
                  <a:srgbClr val="404040"/>
                </a:solidFill>
                <a:latin typeface="Arial"/>
                <a:cs typeface="Arial"/>
              </a:rPr>
              <a:t> </a:t>
            </a:r>
            <a:r>
              <a:rPr sz="1600" dirty="0">
                <a:solidFill>
                  <a:srgbClr val="404040"/>
                </a:solidFill>
                <a:latin typeface="Arial"/>
                <a:cs typeface="Arial"/>
              </a:rPr>
              <a:t>below</a:t>
            </a:r>
            <a:r>
              <a:rPr sz="1600" spc="-60" dirty="0">
                <a:solidFill>
                  <a:srgbClr val="404040"/>
                </a:solidFill>
                <a:latin typeface="Arial"/>
                <a:cs typeface="Arial"/>
              </a:rPr>
              <a:t> </a:t>
            </a:r>
            <a:r>
              <a:rPr sz="1600" dirty="0">
                <a:solidFill>
                  <a:srgbClr val="404040"/>
                </a:solidFill>
                <a:latin typeface="Arial"/>
                <a:cs typeface="Arial"/>
              </a:rPr>
              <a:t>the</a:t>
            </a:r>
            <a:r>
              <a:rPr sz="1600" spc="-40" dirty="0">
                <a:solidFill>
                  <a:srgbClr val="404040"/>
                </a:solidFill>
                <a:latin typeface="Arial"/>
                <a:cs typeface="Arial"/>
              </a:rPr>
              <a:t> </a:t>
            </a:r>
            <a:r>
              <a:rPr sz="1600" dirty="0">
                <a:solidFill>
                  <a:srgbClr val="404040"/>
                </a:solidFill>
                <a:latin typeface="Arial"/>
                <a:cs typeface="Arial"/>
              </a:rPr>
              <a:t>configured</a:t>
            </a:r>
            <a:r>
              <a:rPr sz="1600" spc="-60" dirty="0">
                <a:solidFill>
                  <a:srgbClr val="404040"/>
                </a:solidFill>
                <a:latin typeface="Arial"/>
                <a:cs typeface="Arial"/>
              </a:rPr>
              <a:t> </a:t>
            </a:r>
            <a:r>
              <a:rPr sz="1600" spc="-10" dirty="0">
                <a:solidFill>
                  <a:srgbClr val="404040"/>
                </a:solidFill>
                <a:latin typeface="Arial"/>
                <a:cs typeface="Arial"/>
              </a:rPr>
              <a:t>threshold.</a:t>
            </a:r>
            <a:endParaRPr sz="1600" dirty="0">
              <a:latin typeface="Arial"/>
              <a:cs typeface="Arial"/>
            </a:endParaRPr>
          </a:p>
          <a:p>
            <a:pPr marL="318770" marR="105410" indent="-306705">
              <a:lnSpc>
                <a:spcPct val="110000"/>
              </a:lnSpc>
              <a:spcBef>
                <a:spcPts val="985"/>
              </a:spcBef>
              <a:buClr>
                <a:srgbClr val="1CACE3"/>
              </a:buClr>
              <a:buSzPct val="90625"/>
              <a:buFont typeface="Cambria"/>
              <a:buChar char="◾"/>
              <a:tabLst>
                <a:tab pos="318770" algn="l"/>
              </a:tabLst>
            </a:pPr>
            <a:r>
              <a:rPr sz="1600" b="1" dirty="0">
                <a:solidFill>
                  <a:srgbClr val="404040"/>
                </a:solidFill>
                <a:latin typeface="Arial"/>
                <a:cs typeface="Arial"/>
              </a:rPr>
              <a:t>Example:</a:t>
            </a:r>
            <a:r>
              <a:rPr sz="1600" b="1" spc="-25" dirty="0">
                <a:solidFill>
                  <a:srgbClr val="404040"/>
                </a:solidFill>
                <a:latin typeface="Arial"/>
                <a:cs typeface="Arial"/>
              </a:rPr>
              <a:t> </a:t>
            </a:r>
            <a:r>
              <a:rPr sz="1600" dirty="0">
                <a:solidFill>
                  <a:srgbClr val="404040"/>
                </a:solidFill>
                <a:latin typeface="Arial"/>
                <a:cs typeface="Arial"/>
              </a:rPr>
              <a:t>If</a:t>
            </a:r>
            <a:r>
              <a:rPr sz="1600" spc="-20" dirty="0">
                <a:solidFill>
                  <a:srgbClr val="404040"/>
                </a:solidFill>
                <a:latin typeface="Arial"/>
                <a:cs typeface="Arial"/>
              </a:rPr>
              <a:t> </a:t>
            </a:r>
            <a:r>
              <a:rPr sz="1600" dirty="0">
                <a:solidFill>
                  <a:srgbClr val="404040"/>
                </a:solidFill>
                <a:latin typeface="Arial"/>
                <a:cs typeface="Arial"/>
              </a:rPr>
              <a:t>90</a:t>
            </a:r>
            <a:r>
              <a:rPr sz="1600" spc="-40" dirty="0">
                <a:solidFill>
                  <a:srgbClr val="404040"/>
                </a:solidFill>
                <a:latin typeface="Arial"/>
                <a:cs typeface="Arial"/>
              </a:rPr>
              <a:t> </a:t>
            </a:r>
            <a:r>
              <a:rPr sz="1600" dirty="0">
                <a:solidFill>
                  <a:srgbClr val="404040"/>
                </a:solidFill>
                <a:latin typeface="Arial"/>
                <a:cs typeface="Arial"/>
              </a:rPr>
              <a:t>out</a:t>
            </a:r>
            <a:r>
              <a:rPr sz="1600" spc="-30" dirty="0">
                <a:solidFill>
                  <a:srgbClr val="404040"/>
                </a:solidFill>
                <a:latin typeface="Arial"/>
                <a:cs typeface="Arial"/>
              </a:rPr>
              <a:t> </a:t>
            </a:r>
            <a:r>
              <a:rPr sz="1600" dirty="0">
                <a:solidFill>
                  <a:srgbClr val="404040"/>
                </a:solidFill>
                <a:latin typeface="Arial"/>
                <a:cs typeface="Arial"/>
              </a:rPr>
              <a:t>of</a:t>
            </a:r>
            <a:r>
              <a:rPr sz="1600" spc="-30" dirty="0">
                <a:solidFill>
                  <a:srgbClr val="404040"/>
                </a:solidFill>
                <a:latin typeface="Arial"/>
                <a:cs typeface="Arial"/>
              </a:rPr>
              <a:t> </a:t>
            </a:r>
            <a:r>
              <a:rPr sz="1600" dirty="0">
                <a:solidFill>
                  <a:srgbClr val="404040"/>
                </a:solidFill>
                <a:latin typeface="Arial"/>
                <a:cs typeface="Arial"/>
              </a:rPr>
              <a:t>100</a:t>
            </a:r>
            <a:r>
              <a:rPr sz="1600" spc="-45" dirty="0">
                <a:solidFill>
                  <a:srgbClr val="404040"/>
                </a:solidFill>
                <a:latin typeface="Arial"/>
                <a:cs typeface="Arial"/>
              </a:rPr>
              <a:t> </a:t>
            </a:r>
            <a:r>
              <a:rPr sz="1600" dirty="0">
                <a:solidFill>
                  <a:srgbClr val="404040"/>
                </a:solidFill>
                <a:latin typeface="Arial"/>
                <a:cs typeface="Arial"/>
              </a:rPr>
              <a:t>expected</a:t>
            </a:r>
            <a:r>
              <a:rPr sz="1600" spc="-20" dirty="0">
                <a:solidFill>
                  <a:srgbClr val="404040"/>
                </a:solidFill>
                <a:latin typeface="Arial"/>
                <a:cs typeface="Arial"/>
              </a:rPr>
              <a:t> </a:t>
            </a:r>
            <a:r>
              <a:rPr sz="1600" dirty="0">
                <a:solidFill>
                  <a:srgbClr val="404040"/>
                </a:solidFill>
                <a:latin typeface="Arial"/>
                <a:cs typeface="Arial"/>
              </a:rPr>
              <a:t>doses</a:t>
            </a:r>
            <a:r>
              <a:rPr sz="1600" spc="-45" dirty="0">
                <a:solidFill>
                  <a:srgbClr val="404040"/>
                </a:solidFill>
                <a:latin typeface="Arial"/>
                <a:cs typeface="Arial"/>
              </a:rPr>
              <a:t> </a:t>
            </a:r>
            <a:r>
              <a:rPr sz="1600" dirty="0">
                <a:solidFill>
                  <a:srgbClr val="404040"/>
                </a:solidFill>
                <a:latin typeface="Arial"/>
                <a:cs typeface="Arial"/>
              </a:rPr>
              <a:t>are</a:t>
            </a:r>
            <a:r>
              <a:rPr sz="1600" spc="-35" dirty="0">
                <a:solidFill>
                  <a:srgbClr val="404040"/>
                </a:solidFill>
                <a:latin typeface="Arial"/>
                <a:cs typeface="Arial"/>
              </a:rPr>
              <a:t> </a:t>
            </a:r>
            <a:r>
              <a:rPr sz="1600" dirty="0">
                <a:solidFill>
                  <a:srgbClr val="404040"/>
                </a:solidFill>
                <a:latin typeface="Arial"/>
                <a:cs typeface="Arial"/>
              </a:rPr>
              <a:t>taken,</a:t>
            </a:r>
            <a:r>
              <a:rPr sz="1600" spc="-30" dirty="0">
                <a:solidFill>
                  <a:srgbClr val="404040"/>
                </a:solidFill>
                <a:latin typeface="Arial"/>
                <a:cs typeface="Arial"/>
              </a:rPr>
              <a:t> </a:t>
            </a:r>
            <a:r>
              <a:rPr sz="1600" dirty="0">
                <a:solidFill>
                  <a:srgbClr val="404040"/>
                </a:solidFill>
                <a:latin typeface="Arial"/>
                <a:cs typeface="Arial"/>
              </a:rPr>
              <a:t>the</a:t>
            </a:r>
            <a:r>
              <a:rPr sz="1600" spc="-30" dirty="0">
                <a:solidFill>
                  <a:srgbClr val="404040"/>
                </a:solidFill>
                <a:latin typeface="Arial"/>
                <a:cs typeface="Arial"/>
              </a:rPr>
              <a:t> </a:t>
            </a:r>
            <a:r>
              <a:rPr sz="1600" dirty="0">
                <a:solidFill>
                  <a:srgbClr val="404040"/>
                </a:solidFill>
                <a:latin typeface="Arial"/>
                <a:cs typeface="Arial"/>
              </a:rPr>
              <a:t>system</a:t>
            </a:r>
            <a:r>
              <a:rPr sz="1600" spc="-5" dirty="0">
                <a:solidFill>
                  <a:srgbClr val="404040"/>
                </a:solidFill>
                <a:latin typeface="Arial"/>
                <a:cs typeface="Arial"/>
              </a:rPr>
              <a:t> </a:t>
            </a:r>
            <a:r>
              <a:rPr sz="1600" dirty="0">
                <a:solidFill>
                  <a:srgbClr val="404040"/>
                </a:solidFill>
                <a:latin typeface="Arial"/>
                <a:cs typeface="Arial"/>
              </a:rPr>
              <a:t>reports</a:t>
            </a:r>
            <a:r>
              <a:rPr sz="1600" spc="5" dirty="0">
                <a:solidFill>
                  <a:srgbClr val="404040"/>
                </a:solidFill>
                <a:latin typeface="Arial"/>
                <a:cs typeface="Arial"/>
              </a:rPr>
              <a:t> </a:t>
            </a:r>
            <a:r>
              <a:rPr sz="1600" b="1" dirty="0">
                <a:solidFill>
                  <a:srgbClr val="404040"/>
                </a:solidFill>
                <a:latin typeface="Arial"/>
                <a:cs typeface="Arial"/>
              </a:rPr>
              <a:t>90%</a:t>
            </a:r>
            <a:r>
              <a:rPr sz="1600" b="1" spc="-30" dirty="0">
                <a:solidFill>
                  <a:srgbClr val="404040"/>
                </a:solidFill>
                <a:latin typeface="Arial"/>
                <a:cs typeface="Arial"/>
              </a:rPr>
              <a:t> </a:t>
            </a:r>
            <a:r>
              <a:rPr sz="1600" b="1" dirty="0">
                <a:solidFill>
                  <a:srgbClr val="404040"/>
                </a:solidFill>
                <a:latin typeface="Arial"/>
                <a:cs typeface="Arial"/>
              </a:rPr>
              <a:t>adherence</a:t>
            </a:r>
            <a:r>
              <a:rPr sz="1600" b="1" spc="-25" dirty="0">
                <a:solidFill>
                  <a:srgbClr val="404040"/>
                </a:solidFill>
                <a:latin typeface="Arial"/>
                <a:cs typeface="Arial"/>
              </a:rPr>
              <a:t> </a:t>
            </a:r>
            <a:r>
              <a:rPr sz="1600" dirty="0">
                <a:solidFill>
                  <a:srgbClr val="404040"/>
                </a:solidFill>
                <a:latin typeface="Arial"/>
                <a:cs typeface="Arial"/>
              </a:rPr>
              <a:t>and</a:t>
            </a:r>
            <a:r>
              <a:rPr sz="1600" spc="-30" dirty="0">
                <a:solidFill>
                  <a:srgbClr val="404040"/>
                </a:solidFill>
                <a:latin typeface="Arial"/>
                <a:cs typeface="Arial"/>
              </a:rPr>
              <a:t> </a:t>
            </a:r>
            <a:r>
              <a:rPr sz="1600" dirty="0">
                <a:solidFill>
                  <a:srgbClr val="404040"/>
                </a:solidFill>
                <a:latin typeface="Arial"/>
                <a:cs typeface="Arial"/>
              </a:rPr>
              <a:t>compares</a:t>
            </a:r>
            <a:r>
              <a:rPr sz="1600" spc="-25" dirty="0">
                <a:solidFill>
                  <a:srgbClr val="404040"/>
                </a:solidFill>
                <a:latin typeface="Arial"/>
                <a:cs typeface="Arial"/>
              </a:rPr>
              <a:t> </a:t>
            </a:r>
            <a:r>
              <a:rPr sz="1600" dirty="0">
                <a:solidFill>
                  <a:srgbClr val="404040"/>
                </a:solidFill>
                <a:latin typeface="Arial"/>
                <a:cs typeface="Arial"/>
              </a:rPr>
              <a:t>it</a:t>
            </a:r>
            <a:r>
              <a:rPr sz="1600" spc="-45" dirty="0">
                <a:solidFill>
                  <a:srgbClr val="404040"/>
                </a:solidFill>
                <a:latin typeface="Arial"/>
                <a:cs typeface="Arial"/>
              </a:rPr>
              <a:t> </a:t>
            </a:r>
            <a:r>
              <a:rPr sz="1600" spc="-10" dirty="0">
                <a:solidFill>
                  <a:srgbClr val="404040"/>
                </a:solidFill>
                <a:latin typeface="Arial"/>
                <a:cs typeface="Arial"/>
              </a:rPr>
              <a:t>against </a:t>
            </a:r>
            <a:r>
              <a:rPr sz="1600" dirty="0">
                <a:solidFill>
                  <a:srgbClr val="404040"/>
                </a:solidFill>
                <a:latin typeface="Arial"/>
                <a:cs typeface="Arial"/>
              </a:rPr>
              <a:t>the</a:t>
            </a:r>
            <a:r>
              <a:rPr sz="1600" spc="-40" dirty="0">
                <a:solidFill>
                  <a:srgbClr val="404040"/>
                </a:solidFill>
                <a:latin typeface="Arial"/>
                <a:cs typeface="Arial"/>
              </a:rPr>
              <a:t> </a:t>
            </a:r>
            <a:r>
              <a:rPr sz="1600" dirty="0">
                <a:solidFill>
                  <a:srgbClr val="404040"/>
                </a:solidFill>
                <a:latin typeface="Arial"/>
                <a:cs typeface="Arial"/>
              </a:rPr>
              <a:t>selected</a:t>
            </a:r>
            <a:r>
              <a:rPr sz="1600" spc="-60" dirty="0">
                <a:solidFill>
                  <a:srgbClr val="404040"/>
                </a:solidFill>
                <a:latin typeface="Arial"/>
                <a:cs typeface="Arial"/>
              </a:rPr>
              <a:t> </a:t>
            </a:r>
            <a:r>
              <a:rPr sz="1600" spc="-10" dirty="0">
                <a:solidFill>
                  <a:srgbClr val="404040"/>
                </a:solidFill>
                <a:latin typeface="Arial"/>
                <a:cs typeface="Arial"/>
              </a:rPr>
              <a:t>threshold.</a:t>
            </a:r>
            <a:endParaRPr sz="1600" dirty="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89114" y="855954"/>
            <a:ext cx="5620258" cy="4864354"/>
          </a:xfrm>
          <a:prstGeom prst="rect">
            <a:avLst/>
          </a:prstGeom>
        </p:spPr>
      </p:pic>
      <p:pic>
        <p:nvPicPr>
          <p:cNvPr id="3" name="object 3"/>
          <p:cNvPicPr/>
          <p:nvPr/>
        </p:nvPicPr>
        <p:blipFill>
          <a:blip r:embed="rId3" cstate="print"/>
          <a:stretch>
            <a:fillRect/>
          </a:stretch>
        </p:blipFill>
        <p:spPr>
          <a:xfrm>
            <a:off x="6479032" y="855967"/>
            <a:ext cx="5206111" cy="48643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44322" y="701725"/>
            <a:ext cx="11194415" cy="5454650"/>
            <a:chOff x="544322" y="701725"/>
            <a:chExt cx="11194415" cy="5454650"/>
          </a:xfrm>
        </p:grpSpPr>
        <p:pic>
          <p:nvPicPr>
            <p:cNvPr id="3" name="object 3"/>
            <p:cNvPicPr/>
            <p:nvPr/>
          </p:nvPicPr>
          <p:blipFill>
            <a:blip r:embed="rId2" cstate="print"/>
            <a:stretch>
              <a:fillRect/>
            </a:stretch>
          </p:blipFill>
          <p:spPr>
            <a:xfrm>
              <a:off x="544322" y="818807"/>
              <a:ext cx="3547364" cy="4805807"/>
            </a:xfrm>
            <a:prstGeom prst="rect">
              <a:avLst/>
            </a:prstGeom>
          </p:spPr>
        </p:pic>
        <p:pic>
          <p:nvPicPr>
            <p:cNvPr id="4" name="object 4"/>
            <p:cNvPicPr/>
            <p:nvPr/>
          </p:nvPicPr>
          <p:blipFill>
            <a:blip r:embed="rId3" cstate="print"/>
            <a:stretch>
              <a:fillRect/>
            </a:stretch>
          </p:blipFill>
          <p:spPr>
            <a:xfrm>
              <a:off x="4091686" y="701725"/>
              <a:ext cx="2867279" cy="5454523"/>
            </a:xfrm>
            <a:prstGeom prst="rect">
              <a:avLst/>
            </a:prstGeom>
          </p:spPr>
        </p:pic>
        <p:pic>
          <p:nvPicPr>
            <p:cNvPr id="5" name="object 5"/>
            <p:cNvPicPr/>
            <p:nvPr/>
          </p:nvPicPr>
          <p:blipFill>
            <a:blip r:embed="rId4" cstate="print"/>
            <a:stretch>
              <a:fillRect/>
            </a:stretch>
          </p:blipFill>
          <p:spPr>
            <a:xfrm>
              <a:off x="6666611" y="818819"/>
              <a:ext cx="5071745" cy="5337429"/>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1CACE3"/>
                </a:solidFill>
                <a:latin typeface="Arial"/>
                <a:cs typeface="Arial"/>
              </a:rPr>
              <a:t>CONCLUSION</a:t>
            </a:r>
            <a:endParaRPr sz="4000">
              <a:latin typeface="Arial"/>
              <a:cs typeface="Arial"/>
            </a:endParaRPr>
          </a:p>
        </p:txBody>
      </p:sp>
      <p:sp>
        <p:nvSpPr>
          <p:cNvPr id="4" name="TextBox 3">
            <a:extLst>
              <a:ext uri="{FF2B5EF4-FFF2-40B4-BE49-F238E27FC236}">
                <a16:creationId xmlns:a16="http://schemas.microsoft.com/office/drawing/2014/main" id="{4E0EB375-CC63-2289-DF71-E3CCCDA3E3B6}"/>
              </a:ext>
            </a:extLst>
          </p:cNvPr>
          <p:cNvSpPr txBox="1"/>
          <p:nvPr/>
        </p:nvSpPr>
        <p:spPr>
          <a:xfrm>
            <a:off x="659993" y="1185621"/>
            <a:ext cx="10693808" cy="2062103"/>
          </a:xfrm>
          <a:prstGeom prst="rect">
            <a:avLst/>
          </a:prstGeom>
          <a:noFill/>
          <a:ln>
            <a:noFill/>
          </a:ln>
        </p:spPr>
        <p:txBody>
          <a:bodyPr wrap="square" rtlCol="0">
            <a:spAutoFit/>
          </a:bodyPr>
          <a:lstStyle/>
          <a:p>
            <a:pPr algn="just"/>
            <a:r>
              <a:rPr lang="en-IN" sz="1600" dirty="0">
                <a:latin typeface="Arial" panose="020B0604020202020204" pitchFamily="34" charset="0"/>
                <a:cs typeface="Arial" panose="020B0604020202020204" pitchFamily="34" charset="0"/>
              </a:rPr>
              <a:t>	The Medication Adherence Tracker effectively helps patients manage their medications through personalized schedules, timely reminders, and intake logging, reducing the chances of missed or incorrect doses. It also enables caregivers and doctors to monitor medication adherence through dashboards, charts, and alerts, allowing them to identify problems early and provide timely support. The key benefits of the tracker include improved medication adherence, better patient safety, reduced missed doses, easy monitoring, improved communication between patients and caregivers, and more informed healthcare decisions. However, the system faces challenges such as ensuring reliable notifications, synchronizing data accurately during offline periods, and maintaining secure patient-caregiver linking to protect sensitive information.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1" y="1130255"/>
            <a:ext cx="8354922" cy="3397084"/>
          </a:xfrm>
          <a:prstGeom prst="rect">
            <a:avLst/>
          </a:prstGeom>
        </p:spPr>
        <p:txBody>
          <a:bodyPr vert="horz" wrap="square" lIns="0" tIns="138430" rIns="0" bIns="0" rtlCol="0">
            <a:spAutoFit/>
          </a:bodyPr>
          <a:lstStyle/>
          <a:p>
            <a:pPr marL="318770" indent="-306070">
              <a:lnSpc>
                <a:spcPct val="100000"/>
              </a:lnSpc>
              <a:spcBef>
                <a:spcPts val="1090"/>
              </a:spcBef>
              <a:buClr>
                <a:srgbClr val="1CACE3"/>
              </a:buClr>
              <a:buSzPct val="90625"/>
              <a:buFont typeface="Cambria"/>
              <a:buChar char="◾"/>
              <a:tabLst>
                <a:tab pos="318770" algn="l"/>
              </a:tabLst>
            </a:pPr>
            <a:r>
              <a:rPr sz="1600" dirty="0">
                <a:solidFill>
                  <a:srgbClr val="404040"/>
                </a:solidFill>
                <a:latin typeface="Arial"/>
                <a:cs typeface="Arial"/>
              </a:rPr>
              <a:t>Integrate </a:t>
            </a:r>
            <a:r>
              <a:rPr sz="1600" b="1" dirty="0">
                <a:solidFill>
                  <a:srgbClr val="404040"/>
                </a:solidFill>
                <a:latin typeface="Arial"/>
                <a:cs typeface="Arial"/>
              </a:rPr>
              <a:t>AI/ML</a:t>
            </a:r>
            <a:r>
              <a:rPr sz="1600" b="1" spc="35" dirty="0">
                <a:solidFill>
                  <a:srgbClr val="404040"/>
                </a:solidFill>
                <a:latin typeface="Arial"/>
                <a:cs typeface="Arial"/>
              </a:rPr>
              <a:t> </a:t>
            </a:r>
            <a:r>
              <a:rPr sz="1600" dirty="0">
                <a:solidFill>
                  <a:srgbClr val="404040"/>
                </a:solidFill>
                <a:latin typeface="Arial"/>
                <a:cs typeface="Arial"/>
              </a:rPr>
              <a:t>to</a:t>
            </a:r>
            <a:r>
              <a:rPr sz="1600" spc="-25" dirty="0">
                <a:solidFill>
                  <a:srgbClr val="404040"/>
                </a:solidFill>
                <a:latin typeface="Arial"/>
                <a:cs typeface="Arial"/>
              </a:rPr>
              <a:t> </a:t>
            </a:r>
            <a:r>
              <a:rPr sz="1600" dirty="0">
                <a:solidFill>
                  <a:srgbClr val="404040"/>
                </a:solidFill>
                <a:latin typeface="Arial"/>
                <a:cs typeface="Arial"/>
              </a:rPr>
              <a:t>predict</a:t>
            </a:r>
            <a:r>
              <a:rPr sz="1600" spc="-30" dirty="0">
                <a:solidFill>
                  <a:srgbClr val="404040"/>
                </a:solidFill>
                <a:latin typeface="Arial"/>
                <a:cs typeface="Arial"/>
              </a:rPr>
              <a:t> </a:t>
            </a:r>
            <a:r>
              <a:rPr sz="1600" dirty="0">
                <a:solidFill>
                  <a:srgbClr val="404040"/>
                </a:solidFill>
                <a:latin typeface="Arial"/>
                <a:cs typeface="Arial"/>
              </a:rPr>
              <a:t>medication</a:t>
            </a:r>
            <a:r>
              <a:rPr sz="1600" spc="-35" dirty="0">
                <a:solidFill>
                  <a:srgbClr val="404040"/>
                </a:solidFill>
                <a:latin typeface="Arial"/>
                <a:cs typeface="Arial"/>
              </a:rPr>
              <a:t> </a:t>
            </a:r>
            <a:r>
              <a:rPr sz="1600" spc="-10" dirty="0">
                <a:solidFill>
                  <a:srgbClr val="404040"/>
                </a:solidFill>
                <a:latin typeface="Arial"/>
                <a:cs typeface="Arial"/>
              </a:rPr>
              <a:t>non-</a:t>
            </a:r>
            <a:r>
              <a:rPr sz="1600" dirty="0">
                <a:solidFill>
                  <a:srgbClr val="404040"/>
                </a:solidFill>
                <a:latin typeface="Arial"/>
                <a:cs typeface="Arial"/>
              </a:rPr>
              <a:t>adherence</a:t>
            </a:r>
            <a:r>
              <a:rPr sz="1600" spc="-10" dirty="0">
                <a:solidFill>
                  <a:srgbClr val="404040"/>
                </a:solidFill>
                <a:latin typeface="Arial"/>
                <a:cs typeface="Arial"/>
              </a:rPr>
              <a:t> </a:t>
            </a:r>
            <a:r>
              <a:rPr sz="1600" dirty="0">
                <a:solidFill>
                  <a:srgbClr val="404040"/>
                </a:solidFill>
                <a:latin typeface="Arial"/>
                <a:cs typeface="Arial"/>
              </a:rPr>
              <a:t>and</a:t>
            </a:r>
            <a:r>
              <a:rPr sz="1600" spc="-35" dirty="0">
                <a:solidFill>
                  <a:srgbClr val="404040"/>
                </a:solidFill>
                <a:latin typeface="Arial"/>
                <a:cs typeface="Arial"/>
              </a:rPr>
              <a:t> </a:t>
            </a:r>
            <a:r>
              <a:rPr sz="1600" dirty="0">
                <a:solidFill>
                  <a:srgbClr val="404040"/>
                </a:solidFill>
                <a:latin typeface="Arial"/>
                <a:cs typeface="Arial"/>
              </a:rPr>
              <a:t>identify</a:t>
            </a:r>
            <a:r>
              <a:rPr sz="1600" spc="-40" dirty="0">
                <a:solidFill>
                  <a:srgbClr val="404040"/>
                </a:solidFill>
                <a:latin typeface="Arial"/>
                <a:cs typeface="Arial"/>
              </a:rPr>
              <a:t> </a:t>
            </a:r>
            <a:r>
              <a:rPr sz="1600" spc="-10" dirty="0">
                <a:solidFill>
                  <a:srgbClr val="404040"/>
                </a:solidFill>
                <a:latin typeface="Arial"/>
                <a:cs typeface="Arial"/>
              </a:rPr>
              <a:t>high-</a:t>
            </a:r>
            <a:r>
              <a:rPr sz="1600" dirty="0">
                <a:solidFill>
                  <a:srgbClr val="404040"/>
                </a:solidFill>
                <a:latin typeface="Arial"/>
                <a:cs typeface="Arial"/>
              </a:rPr>
              <a:t>risk</a:t>
            </a:r>
            <a:r>
              <a:rPr sz="1600" spc="-30" dirty="0">
                <a:solidFill>
                  <a:srgbClr val="404040"/>
                </a:solidFill>
                <a:latin typeface="Arial"/>
                <a:cs typeface="Arial"/>
              </a:rPr>
              <a:t> </a:t>
            </a:r>
            <a:r>
              <a:rPr sz="1600" spc="-10" dirty="0">
                <a:solidFill>
                  <a:srgbClr val="404040"/>
                </a:solidFill>
                <a:latin typeface="Arial"/>
                <a:cs typeface="Arial"/>
              </a:rPr>
              <a:t>patients.</a:t>
            </a:r>
            <a:endParaRPr sz="1600" dirty="0">
              <a:latin typeface="Arial"/>
              <a:cs typeface="Arial"/>
            </a:endParaRPr>
          </a:p>
          <a:p>
            <a:pPr marL="318770" indent="-306070">
              <a:lnSpc>
                <a:spcPct val="100000"/>
              </a:lnSpc>
              <a:spcBef>
                <a:spcPts val="985"/>
              </a:spcBef>
              <a:buClr>
                <a:srgbClr val="1CACE3"/>
              </a:buClr>
              <a:buSzPct val="90625"/>
              <a:buFont typeface="Cambria"/>
              <a:buChar char="◾"/>
              <a:tabLst>
                <a:tab pos="318770" algn="l"/>
              </a:tabLst>
            </a:pPr>
            <a:r>
              <a:rPr sz="1600" dirty="0">
                <a:solidFill>
                  <a:srgbClr val="404040"/>
                </a:solidFill>
                <a:latin typeface="Arial"/>
                <a:cs typeface="Arial"/>
              </a:rPr>
              <a:t>Add</a:t>
            </a:r>
            <a:r>
              <a:rPr sz="1600" spc="-50" dirty="0">
                <a:solidFill>
                  <a:srgbClr val="404040"/>
                </a:solidFill>
                <a:latin typeface="Arial"/>
                <a:cs typeface="Arial"/>
              </a:rPr>
              <a:t> </a:t>
            </a:r>
            <a:r>
              <a:rPr sz="1600" b="1" dirty="0">
                <a:solidFill>
                  <a:srgbClr val="404040"/>
                </a:solidFill>
                <a:latin typeface="Arial"/>
                <a:cs typeface="Arial"/>
              </a:rPr>
              <a:t>voice</a:t>
            </a:r>
            <a:r>
              <a:rPr sz="1600" b="1" spc="-5" dirty="0">
                <a:solidFill>
                  <a:srgbClr val="404040"/>
                </a:solidFill>
                <a:latin typeface="Arial"/>
                <a:cs typeface="Arial"/>
              </a:rPr>
              <a:t> </a:t>
            </a:r>
            <a:r>
              <a:rPr sz="1600" b="1" dirty="0">
                <a:solidFill>
                  <a:srgbClr val="404040"/>
                </a:solidFill>
                <a:latin typeface="Arial"/>
                <a:cs typeface="Arial"/>
              </a:rPr>
              <a:t>assistants</a:t>
            </a:r>
            <a:r>
              <a:rPr sz="1600" b="1" spc="-20" dirty="0">
                <a:solidFill>
                  <a:srgbClr val="404040"/>
                </a:solidFill>
                <a:latin typeface="Arial"/>
                <a:cs typeface="Arial"/>
              </a:rPr>
              <a:t> </a:t>
            </a:r>
            <a:r>
              <a:rPr sz="1600" b="1" dirty="0">
                <a:solidFill>
                  <a:srgbClr val="404040"/>
                </a:solidFill>
                <a:latin typeface="Arial"/>
                <a:cs typeface="Arial"/>
              </a:rPr>
              <a:t>and</a:t>
            </a:r>
            <a:r>
              <a:rPr sz="1600" b="1" spc="-45" dirty="0">
                <a:solidFill>
                  <a:srgbClr val="404040"/>
                </a:solidFill>
                <a:latin typeface="Arial"/>
                <a:cs typeface="Arial"/>
              </a:rPr>
              <a:t> </a:t>
            </a:r>
            <a:r>
              <a:rPr sz="1600" b="1" dirty="0">
                <a:solidFill>
                  <a:srgbClr val="404040"/>
                </a:solidFill>
                <a:latin typeface="Arial"/>
                <a:cs typeface="Arial"/>
              </a:rPr>
              <a:t>chatbots</a:t>
            </a:r>
            <a:r>
              <a:rPr sz="1600" b="1" spc="-20" dirty="0">
                <a:solidFill>
                  <a:srgbClr val="404040"/>
                </a:solidFill>
                <a:latin typeface="Arial"/>
                <a:cs typeface="Arial"/>
              </a:rPr>
              <a:t> </a:t>
            </a:r>
            <a:r>
              <a:rPr sz="1600" dirty="0">
                <a:solidFill>
                  <a:srgbClr val="404040"/>
                </a:solidFill>
                <a:latin typeface="Arial"/>
                <a:cs typeface="Arial"/>
              </a:rPr>
              <a:t>for</a:t>
            </a:r>
            <a:r>
              <a:rPr sz="1600" spc="-30" dirty="0">
                <a:solidFill>
                  <a:srgbClr val="404040"/>
                </a:solidFill>
                <a:latin typeface="Arial"/>
                <a:cs typeface="Arial"/>
              </a:rPr>
              <a:t> </a:t>
            </a:r>
            <a:r>
              <a:rPr sz="1600" dirty="0">
                <a:solidFill>
                  <a:srgbClr val="404040"/>
                </a:solidFill>
                <a:latin typeface="Arial"/>
                <a:cs typeface="Arial"/>
              </a:rPr>
              <a:t>medication</a:t>
            </a:r>
            <a:r>
              <a:rPr sz="1600" spc="-60" dirty="0">
                <a:solidFill>
                  <a:srgbClr val="404040"/>
                </a:solidFill>
                <a:latin typeface="Arial"/>
                <a:cs typeface="Arial"/>
              </a:rPr>
              <a:t> </a:t>
            </a:r>
            <a:r>
              <a:rPr sz="1600" dirty="0">
                <a:solidFill>
                  <a:srgbClr val="404040"/>
                </a:solidFill>
                <a:latin typeface="Arial"/>
                <a:cs typeface="Arial"/>
              </a:rPr>
              <a:t>guidance</a:t>
            </a:r>
            <a:r>
              <a:rPr sz="1600" spc="-55" dirty="0">
                <a:solidFill>
                  <a:srgbClr val="404040"/>
                </a:solidFill>
                <a:latin typeface="Arial"/>
                <a:cs typeface="Arial"/>
              </a:rPr>
              <a:t> </a:t>
            </a:r>
            <a:r>
              <a:rPr sz="1600" dirty="0">
                <a:solidFill>
                  <a:srgbClr val="404040"/>
                </a:solidFill>
                <a:latin typeface="Arial"/>
                <a:cs typeface="Arial"/>
              </a:rPr>
              <a:t>and</a:t>
            </a:r>
            <a:r>
              <a:rPr sz="1600" spc="-40" dirty="0">
                <a:solidFill>
                  <a:srgbClr val="404040"/>
                </a:solidFill>
                <a:latin typeface="Arial"/>
                <a:cs typeface="Arial"/>
              </a:rPr>
              <a:t> </a:t>
            </a:r>
            <a:r>
              <a:rPr sz="1600" spc="-10" dirty="0">
                <a:solidFill>
                  <a:srgbClr val="404040"/>
                </a:solidFill>
                <a:latin typeface="Arial"/>
                <a:cs typeface="Arial"/>
              </a:rPr>
              <a:t>reminders.</a:t>
            </a:r>
            <a:endParaRPr sz="1600" dirty="0">
              <a:latin typeface="Arial"/>
              <a:cs typeface="Arial"/>
            </a:endParaRPr>
          </a:p>
          <a:p>
            <a:pPr marL="318770" indent="-306070">
              <a:lnSpc>
                <a:spcPct val="100000"/>
              </a:lnSpc>
              <a:spcBef>
                <a:spcPts val="985"/>
              </a:spcBef>
              <a:buClr>
                <a:srgbClr val="1CACE3"/>
              </a:buClr>
              <a:buSzPct val="90625"/>
              <a:buFont typeface="Cambria"/>
              <a:buChar char="◾"/>
              <a:tabLst>
                <a:tab pos="318770" algn="l"/>
              </a:tabLst>
            </a:pPr>
            <a:r>
              <a:rPr sz="1600" dirty="0">
                <a:solidFill>
                  <a:srgbClr val="404040"/>
                </a:solidFill>
                <a:latin typeface="Arial"/>
                <a:cs typeface="Arial"/>
              </a:rPr>
              <a:t>Integrate</a:t>
            </a:r>
            <a:r>
              <a:rPr sz="1600" spc="-15" dirty="0">
                <a:solidFill>
                  <a:srgbClr val="404040"/>
                </a:solidFill>
                <a:latin typeface="Arial"/>
                <a:cs typeface="Arial"/>
              </a:rPr>
              <a:t> </a:t>
            </a:r>
            <a:r>
              <a:rPr sz="1600" b="1" dirty="0">
                <a:solidFill>
                  <a:srgbClr val="404040"/>
                </a:solidFill>
                <a:latin typeface="Arial"/>
                <a:cs typeface="Arial"/>
              </a:rPr>
              <a:t>smartwatches</a:t>
            </a:r>
            <a:r>
              <a:rPr sz="1600" b="1" spc="-50" dirty="0">
                <a:solidFill>
                  <a:srgbClr val="404040"/>
                </a:solidFill>
                <a:latin typeface="Arial"/>
                <a:cs typeface="Arial"/>
              </a:rPr>
              <a:t> </a:t>
            </a:r>
            <a:r>
              <a:rPr sz="1600" b="1" dirty="0">
                <a:solidFill>
                  <a:srgbClr val="404040"/>
                </a:solidFill>
                <a:latin typeface="Arial"/>
                <a:cs typeface="Arial"/>
              </a:rPr>
              <a:t>and</a:t>
            </a:r>
            <a:r>
              <a:rPr sz="1600" b="1" spc="-40" dirty="0">
                <a:solidFill>
                  <a:srgbClr val="404040"/>
                </a:solidFill>
                <a:latin typeface="Arial"/>
                <a:cs typeface="Arial"/>
              </a:rPr>
              <a:t> </a:t>
            </a:r>
            <a:r>
              <a:rPr sz="1600" b="1" dirty="0">
                <a:solidFill>
                  <a:srgbClr val="404040"/>
                </a:solidFill>
                <a:latin typeface="Arial"/>
                <a:cs typeface="Arial"/>
              </a:rPr>
              <a:t>IoT</a:t>
            </a:r>
            <a:r>
              <a:rPr sz="1600" b="1" spc="-45" dirty="0">
                <a:solidFill>
                  <a:srgbClr val="404040"/>
                </a:solidFill>
                <a:latin typeface="Arial"/>
                <a:cs typeface="Arial"/>
              </a:rPr>
              <a:t> </a:t>
            </a:r>
            <a:r>
              <a:rPr sz="1600" b="1" dirty="0">
                <a:solidFill>
                  <a:srgbClr val="404040"/>
                </a:solidFill>
                <a:latin typeface="Arial"/>
                <a:cs typeface="Arial"/>
              </a:rPr>
              <a:t>devices</a:t>
            </a:r>
            <a:r>
              <a:rPr sz="1600" b="1" spc="5" dirty="0">
                <a:solidFill>
                  <a:srgbClr val="404040"/>
                </a:solidFill>
                <a:latin typeface="Arial"/>
                <a:cs typeface="Arial"/>
              </a:rPr>
              <a:t> </a:t>
            </a:r>
            <a:r>
              <a:rPr sz="1600" dirty="0">
                <a:solidFill>
                  <a:srgbClr val="404040"/>
                </a:solidFill>
                <a:latin typeface="Arial"/>
                <a:cs typeface="Arial"/>
              </a:rPr>
              <a:t>to</a:t>
            </a:r>
            <a:r>
              <a:rPr sz="1600" spc="-40" dirty="0">
                <a:solidFill>
                  <a:srgbClr val="404040"/>
                </a:solidFill>
                <a:latin typeface="Arial"/>
                <a:cs typeface="Arial"/>
              </a:rPr>
              <a:t> </a:t>
            </a:r>
            <a:r>
              <a:rPr sz="1600" dirty="0">
                <a:solidFill>
                  <a:srgbClr val="404040"/>
                </a:solidFill>
                <a:latin typeface="Arial"/>
                <a:cs typeface="Arial"/>
              </a:rPr>
              <a:t>collect</a:t>
            </a:r>
            <a:r>
              <a:rPr sz="1600" spc="-55" dirty="0">
                <a:solidFill>
                  <a:srgbClr val="404040"/>
                </a:solidFill>
                <a:latin typeface="Arial"/>
                <a:cs typeface="Arial"/>
              </a:rPr>
              <a:t> </a:t>
            </a:r>
            <a:r>
              <a:rPr sz="1600" spc="-10" dirty="0">
                <a:solidFill>
                  <a:srgbClr val="404040"/>
                </a:solidFill>
                <a:latin typeface="Arial"/>
                <a:cs typeface="Arial"/>
              </a:rPr>
              <a:t>real-</a:t>
            </a:r>
            <a:r>
              <a:rPr sz="1600" dirty="0">
                <a:solidFill>
                  <a:srgbClr val="404040"/>
                </a:solidFill>
                <a:latin typeface="Arial"/>
                <a:cs typeface="Arial"/>
              </a:rPr>
              <a:t>time</a:t>
            </a:r>
            <a:r>
              <a:rPr sz="1600" spc="-35" dirty="0">
                <a:solidFill>
                  <a:srgbClr val="404040"/>
                </a:solidFill>
                <a:latin typeface="Arial"/>
                <a:cs typeface="Arial"/>
              </a:rPr>
              <a:t> </a:t>
            </a:r>
            <a:r>
              <a:rPr sz="1600" dirty="0">
                <a:solidFill>
                  <a:srgbClr val="404040"/>
                </a:solidFill>
                <a:latin typeface="Arial"/>
                <a:cs typeface="Arial"/>
              </a:rPr>
              <a:t>health</a:t>
            </a:r>
            <a:r>
              <a:rPr sz="1600" spc="-50" dirty="0">
                <a:solidFill>
                  <a:srgbClr val="404040"/>
                </a:solidFill>
                <a:latin typeface="Arial"/>
                <a:cs typeface="Arial"/>
              </a:rPr>
              <a:t> </a:t>
            </a:r>
            <a:r>
              <a:rPr sz="1600" spc="-10" dirty="0">
                <a:solidFill>
                  <a:srgbClr val="404040"/>
                </a:solidFill>
                <a:latin typeface="Arial"/>
                <a:cs typeface="Arial"/>
              </a:rPr>
              <a:t>data.</a:t>
            </a:r>
            <a:endParaRPr sz="1600" dirty="0">
              <a:latin typeface="Arial"/>
              <a:cs typeface="Arial"/>
            </a:endParaRPr>
          </a:p>
          <a:p>
            <a:pPr marL="318770" indent="-306070">
              <a:lnSpc>
                <a:spcPct val="100000"/>
              </a:lnSpc>
              <a:spcBef>
                <a:spcPts val="985"/>
              </a:spcBef>
              <a:buClr>
                <a:srgbClr val="1CACE3"/>
              </a:buClr>
              <a:buSzPct val="90625"/>
              <a:buFont typeface="Cambria"/>
              <a:buChar char="◾"/>
              <a:tabLst>
                <a:tab pos="318770" algn="l"/>
              </a:tabLst>
            </a:pPr>
            <a:r>
              <a:rPr sz="1600" dirty="0">
                <a:solidFill>
                  <a:srgbClr val="404040"/>
                </a:solidFill>
                <a:latin typeface="Arial"/>
                <a:cs typeface="Arial"/>
              </a:rPr>
              <a:t>Use</a:t>
            </a:r>
            <a:r>
              <a:rPr sz="1600" spc="-55" dirty="0">
                <a:solidFill>
                  <a:srgbClr val="404040"/>
                </a:solidFill>
                <a:latin typeface="Arial"/>
                <a:cs typeface="Arial"/>
              </a:rPr>
              <a:t> </a:t>
            </a:r>
            <a:r>
              <a:rPr sz="1600" b="1" dirty="0">
                <a:solidFill>
                  <a:srgbClr val="404040"/>
                </a:solidFill>
                <a:latin typeface="Arial"/>
                <a:cs typeface="Arial"/>
              </a:rPr>
              <a:t>advanced</a:t>
            </a:r>
            <a:r>
              <a:rPr sz="1600" b="1" spc="-20" dirty="0">
                <a:solidFill>
                  <a:srgbClr val="404040"/>
                </a:solidFill>
                <a:latin typeface="Arial"/>
                <a:cs typeface="Arial"/>
              </a:rPr>
              <a:t> </a:t>
            </a:r>
            <a:r>
              <a:rPr sz="1600" b="1" dirty="0">
                <a:solidFill>
                  <a:srgbClr val="404040"/>
                </a:solidFill>
                <a:latin typeface="Arial"/>
                <a:cs typeface="Arial"/>
              </a:rPr>
              <a:t>analytics </a:t>
            </a:r>
            <a:r>
              <a:rPr sz="1600" dirty="0">
                <a:solidFill>
                  <a:srgbClr val="404040"/>
                </a:solidFill>
                <a:latin typeface="Arial"/>
                <a:cs typeface="Arial"/>
              </a:rPr>
              <a:t>to</a:t>
            </a:r>
            <a:r>
              <a:rPr sz="1600" spc="-45" dirty="0">
                <a:solidFill>
                  <a:srgbClr val="404040"/>
                </a:solidFill>
                <a:latin typeface="Arial"/>
                <a:cs typeface="Arial"/>
              </a:rPr>
              <a:t> </a:t>
            </a:r>
            <a:r>
              <a:rPr sz="1600" dirty="0">
                <a:solidFill>
                  <a:srgbClr val="404040"/>
                </a:solidFill>
                <a:latin typeface="Arial"/>
                <a:cs typeface="Arial"/>
              </a:rPr>
              <a:t>provide</a:t>
            </a:r>
            <a:r>
              <a:rPr sz="1600" spc="-55" dirty="0">
                <a:solidFill>
                  <a:srgbClr val="404040"/>
                </a:solidFill>
                <a:latin typeface="Arial"/>
                <a:cs typeface="Arial"/>
              </a:rPr>
              <a:t> </a:t>
            </a:r>
            <a:r>
              <a:rPr sz="1600" dirty="0">
                <a:solidFill>
                  <a:srgbClr val="404040"/>
                </a:solidFill>
                <a:latin typeface="Arial"/>
                <a:cs typeface="Arial"/>
              </a:rPr>
              <a:t>personalized</a:t>
            </a:r>
            <a:r>
              <a:rPr sz="1600" spc="-65" dirty="0">
                <a:solidFill>
                  <a:srgbClr val="404040"/>
                </a:solidFill>
                <a:latin typeface="Arial"/>
                <a:cs typeface="Arial"/>
              </a:rPr>
              <a:t> </a:t>
            </a:r>
            <a:r>
              <a:rPr sz="1600" dirty="0">
                <a:solidFill>
                  <a:srgbClr val="404040"/>
                </a:solidFill>
                <a:latin typeface="Arial"/>
                <a:cs typeface="Arial"/>
              </a:rPr>
              <a:t>adherence</a:t>
            </a:r>
            <a:r>
              <a:rPr sz="1600" spc="-45" dirty="0">
                <a:solidFill>
                  <a:srgbClr val="404040"/>
                </a:solidFill>
                <a:latin typeface="Arial"/>
                <a:cs typeface="Arial"/>
              </a:rPr>
              <a:t> </a:t>
            </a:r>
            <a:r>
              <a:rPr sz="1600" spc="-10" dirty="0">
                <a:solidFill>
                  <a:srgbClr val="404040"/>
                </a:solidFill>
                <a:latin typeface="Arial"/>
                <a:cs typeface="Arial"/>
              </a:rPr>
              <a:t>recommendations.</a:t>
            </a:r>
            <a:endParaRPr sz="1600" dirty="0">
              <a:latin typeface="Arial"/>
              <a:cs typeface="Arial"/>
            </a:endParaRPr>
          </a:p>
          <a:p>
            <a:pPr marL="318770" indent="-306070">
              <a:lnSpc>
                <a:spcPct val="100000"/>
              </a:lnSpc>
              <a:spcBef>
                <a:spcPts val="980"/>
              </a:spcBef>
              <a:buClr>
                <a:srgbClr val="1CACE3"/>
              </a:buClr>
              <a:buSzPct val="90625"/>
              <a:buFont typeface="Cambria"/>
              <a:buChar char="◾"/>
              <a:tabLst>
                <a:tab pos="318770" algn="l"/>
              </a:tabLst>
            </a:pPr>
            <a:r>
              <a:rPr sz="1600" dirty="0">
                <a:solidFill>
                  <a:srgbClr val="404040"/>
                </a:solidFill>
                <a:latin typeface="Arial"/>
                <a:cs typeface="Arial"/>
              </a:rPr>
              <a:t>Add</a:t>
            </a:r>
            <a:r>
              <a:rPr sz="1600" spc="-45" dirty="0">
                <a:solidFill>
                  <a:srgbClr val="404040"/>
                </a:solidFill>
                <a:latin typeface="Arial"/>
                <a:cs typeface="Arial"/>
              </a:rPr>
              <a:t> </a:t>
            </a:r>
            <a:r>
              <a:rPr sz="1600" b="1" dirty="0">
                <a:solidFill>
                  <a:srgbClr val="404040"/>
                </a:solidFill>
                <a:latin typeface="Arial"/>
                <a:cs typeface="Arial"/>
              </a:rPr>
              <a:t>mobile</a:t>
            </a:r>
            <a:r>
              <a:rPr sz="1600" b="1" spc="-20" dirty="0">
                <a:solidFill>
                  <a:srgbClr val="404040"/>
                </a:solidFill>
                <a:latin typeface="Arial"/>
                <a:cs typeface="Arial"/>
              </a:rPr>
              <a:t> </a:t>
            </a:r>
            <a:r>
              <a:rPr sz="1600" b="1" dirty="0">
                <a:solidFill>
                  <a:srgbClr val="404040"/>
                </a:solidFill>
                <a:latin typeface="Arial"/>
                <a:cs typeface="Arial"/>
              </a:rPr>
              <a:t>push</a:t>
            </a:r>
            <a:r>
              <a:rPr sz="1600" b="1" spc="-45" dirty="0">
                <a:solidFill>
                  <a:srgbClr val="404040"/>
                </a:solidFill>
                <a:latin typeface="Arial"/>
                <a:cs typeface="Arial"/>
              </a:rPr>
              <a:t> </a:t>
            </a:r>
            <a:r>
              <a:rPr sz="1600" b="1" dirty="0">
                <a:solidFill>
                  <a:srgbClr val="404040"/>
                </a:solidFill>
                <a:latin typeface="Arial"/>
                <a:cs typeface="Arial"/>
              </a:rPr>
              <a:t>notifications</a:t>
            </a:r>
            <a:r>
              <a:rPr sz="1600" b="1" spc="10" dirty="0">
                <a:solidFill>
                  <a:srgbClr val="404040"/>
                </a:solidFill>
                <a:latin typeface="Arial"/>
                <a:cs typeface="Arial"/>
              </a:rPr>
              <a:t> </a:t>
            </a:r>
            <a:r>
              <a:rPr sz="1600" dirty="0">
                <a:solidFill>
                  <a:srgbClr val="404040"/>
                </a:solidFill>
                <a:latin typeface="Arial"/>
                <a:cs typeface="Arial"/>
              </a:rPr>
              <a:t>and</a:t>
            </a:r>
            <a:r>
              <a:rPr sz="1600" spc="-35" dirty="0">
                <a:solidFill>
                  <a:srgbClr val="404040"/>
                </a:solidFill>
                <a:latin typeface="Arial"/>
                <a:cs typeface="Arial"/>
              </a:rPr>
              <a:t> </a:t>
            </a:r>
            <a:r>
              <a:rPr sz="1600" dirty="0">
                <a:solidFill>
                  <a:srgbClr val="404040"/>
                </a:solidFill>
                <a:latin typeface="Arial"/>
                <a:cs typeface="Arial"/>
              </a:rPr>
              <a:t>SMS/WhatsApp</a:t>
            </a:r>
            <a:r>
              <a:rPr sz="1600" spc="-50" dirty="0">
                <a:solidFill>
                  <a:srgbClr val="404040"/>
                </a:solidFill>
                <a:latin typeface="Arial"/>
                <a:cs typeface="Arial"/>
              </a:rPr>
              <a:t> </a:t>
            </a:r>
            <a:r>
              <a:rPr sz="1600" spc="-10" dirty="0">
                <a:solidFill>
                  <a:srgbClr val="404040"/>
                </a:solidFill>
                <a:latin typeface="Arial"/>
                <a:cs typeface="Arial"/>
              </a:rPr>
              <a:t>reminders.</a:t>
            </a:r>
            <a:endParaRPr sz="1600" dirty="0">
              <a:latin typeface="Arial"/>
              <a:cs typeface="Arial"/>
            </a:endParaRPr>
          </a:p>
          <a:p>
            <a:pPr marL="318770" indent="-306070">
              <a:lnSpc>
                <a:spcPct val="100000"/>
              </a:lnSpc>
              <a:spcBef>
                <a:spcPts val="990"/>
              </a:spcBef>
              <a:buClr>
                <a:srgbClr val="1CACE3"/>
              </a:buClr>
              <a:buSzPct val="90625"/>
              <a:buFont typeface="Cambria"/>
              <a:buChar char="◾"/>
              <a:tabLst>
                <a:tab pos="318770" algn="l"/>
              </a:tabLst>
            </a:pPr>
            <a:r>
              <a:rPr sz="1600" dirty="0">
                <a:solidFill>
                  <a:srgbClr val="404040"/>
                </a:solidFill>
                <a:latin typeface="Arial"/>
                <a:cs typeface="Arial"/>
              </a:rPr>
              <a:t>Enable</a:t>
            </a:r>
            <a:r>
              <a:rPr sz="1600" spc="-65" dirty="0">
                <a:solidFill>
                  <a:srgbClr val="404040"/>
                </a:solidFill>
                <a:latin typeface="Arial"/>
                <a:cs typeface="Arial"/>
              </a:rPr>
              <a:t> </a:t>
            </a:r>
            <a:r>
              <a:rPr sz="1600" dirty="0">
                <a:solidFill>
                  <a:srgbClr val="404040"/>
                </a:solidFill>
                <a:latin typeface="Arial"/>
                <a:cs typeface="Arial"/>
              </a:rPr>
              <a:t>integration</a:t>
            </a:r>
            <a:r>
              <a:rPr sz="1600" spc="-55" dirty="0">
                <a:solidFill>
                  <a:srgbClr val="404040"/>
                </a:solidFill>
                <a:latin typeface="Arial"/>
                <a:cs typeface="Arial"/>
              </a:rPr>
              <a:t> </a:t>
            </a:r>
            <a:r>
              <a:rPr sz="1600" dirty="0">
                <a:solidFill>
                  <a:srgbClr val="404040"/>
                </a:solidFill>
                <a:latin typeface="Arial"/>
                <a:cs typeface="Arial"/>
              </a:rPr>
              <a:t>with</a:t>
            </a:r>
            <a:r>
              <a:rPr sz="1600" spc="-35" dirty="0">
                <a:solidFill>
                  <a:srgbClr val="404040"/>
                </a:solidFill>
                <a:latin typeface="Arial"/>
                <a:cs typeface="Arial"/>
              </a:rPr>
              <a:t> </a:t>
            </a:r>
            <a:r>
              <a:rPr sz="1600" b="1" dirty="0">
                <a:solidFill>
                  <a:srgbClr val="404040"/>
                </a:solidFill>
                <a:latin typeface="Arial"/>
                <a:cs typeface="Arial"/>
              </a:rPr>
              <a:t>Electronic</a:t>
            </a:r>
            <a:r>
              <a:rPr sz="1600" b="1" spc="-25" dirty="0">
                <a:solidFill>
                  <a:srgbClr val="404040"/>
                </a:solidFill>
                <a:latin typeface="Arial"/>
                <a:cs typeface="Arial"/>
              </a:rPr>
              <a:t> </a:t>
            </a:r>
            <a:r>
              <a:rPr sz="1600" b="1" dirty="0">
                <a:solidFill>
                  <a:srgbClr val="404040"/>
                </a:solidFill>
                <a:latin typeface="Arial"/>
                <a:cs typeface="Arial"/>
              </a:rPr>
              <a:t>Health</a:t>
            </a:r>
            <a:r>
              <a:rPr sz="1600" b="1" spc="-45" dirty="0">
                <a:solidFill>
                  <a:srgbClr val="404040"/>
                </a:solidFill>
                <a:latin typeface="Arial"/>
                <a:cs typeface="Arial"/>
              </a:rPr>
              <a:t> </a:t>
            </a:r>
            <a:r>
              <a:rPr sz="1600" b="1" dirty="0">
                <a:solidFill>
                  <a:srgbClr val="404040"/>
                </a:solidFill>
                <a:latin typeface="Arial"/>
                <a:cs typeface="Arial"/>
              </a:rPr>
              <a:t>Records</a:t>
            </a:r>
            <a:r>
              <a:rPr sz="1600" b="1" spc="-45" dirty="0">
                <a:solidFill>
                  <a:srgbClr val="404040"/>
                </a:solidFill>
                <a:latin typeface="Arial"/>
                <a:cs typeface="Arial"/>
              </a:rPr>
              <a:t> </a:t>
            </a:r>
            <a:r>
              <a:rPr sz="1600" b="1" dirty="0">
                <a:solidFill>
                  <a:srgbClr val="404040"/>
                </a:solidFill>
                <a:latin typeface="Arial"/>
                <a:cs typeface="Arial"/>
              </a:rPr>
              <a:t>(EHRs)</a:t>
            </a:r>
            <a:r>
              <a:rPr sz="1600" b="1" spc="-30" dirty="0">
                <a:solidFill>
                  <a:srgbClr val="404040"/>
                </a:solidFill>
                <a:latin typeface="Arial"/>
                <a:cs typeface="Arial"/>
              </a:rPr>
              <a:t> </a:t>
            </a:r>
            <a:r>
              <a:rPr sz="1600" dirty="0">
                <a:solidFill>
                  <a:srgbClr val="404040"/>
                </a:solidFill>
                <a:latin typeface="Arial"/>
                <a:cs typeface="Arial"/>
              </a:rPr>
              <a:t>for</a:t>
            </a:r>
            <a:r>
              <a:rPr sz="1600" spc="-45" dirty="0">
                <a:solidFill>
                  <a:srgbClr val="404040"/>
                </a:solidFill>
                <a:latin typeface="Arial"/>
                <a:cs typeface="Arial"/>
              </a:rPr>
              <a:t> </a:t>
            </a:r>
            <a:r>
              <a:rPr sz="1600" dirty="0">
                <a:solidFill>
                  <a:srgbClr val="404040"/>
                </a:solidFill>
                <a:latin typeface="Arial"/>
                <a:cs typeface="Arial"/>
              </a:rPr>
              <a:t>better</a:t>
            </a:r>
            <a:r>
              <a:rPr sz="1600" spc="-30" dirty="0">
                <a:solidFill>
                  <a:srgbClr val="404040"/>
                </a:solidFill>
                <a:latin typeface="Arial"/>
                <a:cs typeface="Arial"/>
              </a:rPr>
              <a:t> </a:t>
            </a:r>
            <a:r>
              <a:rPr sz="1600" dirty="0">
                <a:solidFill>
                  <a:srgbClr val="404040"/>
                </a:solidFill>
                <a:latin typeface="Arial"/>
                <a:cs typeface="Arial"/>
              </a:rPr>
              <a:t>clinical</a:t>
            </a:r>
            <a:r>
              <a:rPr sz="1600" spc="-60" dirty="0">
                <a:solidFill>
                  <a:srgbClr val="404040"/>
                </a:solidFill>
                <a:latin typeface="Arial"/>
                <a:cs typeface="Arial"/>
              </a:rPr>
              <a:t> </a:t>
            </a:r>
            <a:r>
              <a:rPr sz="1600" spc="-10" dirty="0">
                <a:solidFill>
                  <a:srgbClr val="404040"/>
                </a:solidFill>
                <a:latin typeface="Arial"/>
                <a:cs typeface="Arial"/>
              </a:rPr>
              <a:t>monitoring.</a:t>
            </a:r>
            <a:endParaRPr sz="1600" dirty="0">
              <a:latin typeface="Arial"/>
              <a:cs typeface="Arial"/>
            </a:endParaRPr>
          </a:p>
          <a:p>
            <a:pPr marL="318770" indent="-306070">
              <a:lnSpc>
                <a:spcPct val="100000"/>
              </a:lnSpc>
              <a:spcBef>
                <a:spcPts val="985"/>
              </a:spcBef>
              <a:buClr>
                <a:srgbClr val="1CACE3"/>
              </a:buClr>
              <a:buSzPct val="90625"/>
              <a:buFont typeface="Cambria"/>
              <a:buChar char="◾"/>
              <a:tabLst>
                <a:tab pos="318770" algn="l"/>
              </a:tabLst>
            </a:pPr>
            <a:r>
              <a:rPr sz="1600" dirty="0">
                <a:solidFill>
                  <a:srgbClr val="404040"/>
                </a:solidFill>
                <a:latin typeface="Arial"/>
                <a:cs typeface="Arial"/>
              </a:rPr>
              <a:t>Improve</a:t>
            </a:r>
            <a:r>
              <a:rPr sz="1600" spc="-30" dirty="0">
                <a:solidFill>
                  <a:srgbClr val="404040"/>
                </a:solidFill>
                <a:latin typeface="Arial"/>
                <a:cs typeface="Arial"/>
              </a:rPr>
              <a:t> </a:t>
            </a:r>
            <a:r>
              <a:rPr sz="1600" b="1" dirty="0">
                <a:solidFill>
                  <a:srgbClr val="404040"/>
                </a:solidFill>
                <a:latin typeface="Arial"/>
                <a:cs typeface="Arial"/>
              </a:rPr>
              <a:t>offline</a:t>
            </a:r>
            <a:r>
              <a:rPr sz="1600" b="1" spc="-20" dirty="0">
                <a:solidFill>
                  <a:srgbClr val="404040"/>
                </a:solidFill>
                <a:latin typeface="Arial"/>
                <a:cs typeface="Arial"/>
              </a:rPr>
              <a:t> </a:t>
            </a:r>
            <a:r>
              <a:rPr sz="1600" b="1" dirty="0">
                <a:solidFill>
                  <a:srgbClr val="404040"/>
                </a:solidFill>
                <a:latin typeface="Arial"/>
                <a:cs typeface="Arial"/>
              </a:rPr>
              <a:t>synchronization</a:t>
            </a:r>
            <a:r>
              <a:rPr sz="1600" b="1" spc="15" dirty="0">
                <a:solidFill>
                  <a:srgbClr val="404040"/>
                </a:solidFill>
                <a:latin typeface="Arial"/>
                <a:cs typeface="Arial"/>
              </a:rPr>
              <a:t> </a:t>
            </a:r>
            <a:r>
              <a:rPr sz="1600" dirty="0">
                <a:solidFill>
                  <a:srgbClr val="404040"/>
                </a:solidFill>
                <a:latin typeface="Arial"/>
                <a:cs typeface="Arial"/>
              </a:rPr>
              <a:t>and</a:t>
            </a:r>
            <a:r>
              <a:rPr sz="1600" spc="-55" dirty="0">
                <a:solidFill>
                  <a:srgbClr val="404040"/>
                </a:solidFill>
                <a:latin typeface="Arial"/>
                <a:cs typeface="Arial"/>
              </a:rPr>
              <a:t> </a:t>
            </a:r>
            <a:r>
              <a:rPr sz="1600" spc="-20" dirty="0">
                <a:solidFill>
                  <a:srgbClr val="404040"/>
                </a:solidFill>
                <a:latin typeface="Arial"/>
                <a:cs typeface="Arial"/>
              </a:rPr>
              <a:t>real-</a:t>
            </a:r>
            <a:r>
              <a:rPr sz="1600" dirty="0">
                <a:solidFill>
                  <a:srgbClr val="404040"/>
                </a:solidFill>
                <a:latin typeface="Arial"/>
                <a:cs typeface="Arial"/>
              </a:rPr>
              <a:t>time</a:t>
            </a:r>
            <a:r>
              <a:rPr sz="1600" spc="-40" dirty="0">
                <a:solidFill>
                  <a:srgbClr val="404040"/>
                </a:solidFill>
                <a:latin typeface="Arial"/>
                <a:cs typeface="Arial"/>
              </a:rPr>
              <a:t> </a:t>
            </a:r>
            <a:r>
              <a:rPr sz="1600" dirty="0">
                <a:solidFill>
                  <a:srgbClr val="404040"/>
                </a:solidFill>
                <a:latin typeface="Arial"/>
                <a:cs typeface="Arial"/>
              </a:rPr>
              <a:t>data</a:t>
            </a:r>
            <a:r>
              <a:rPr sz="1600" spc="-40" dirty="0">
                <a:solidFill>
                  <a:srgbClr val="404040"/>
                </a:solidFill>
                <a:latin typeface="Arial"/>
                <a:cs typeface="Arial"/>
              </a:rPr>
              <a:t> </a:t>
            </a:r>
            <a:r>
              <a:rPr sz="1600" spc="-10" dirty="0">
                <a:solidFill>
                  <a:srgbClr val="404040"/>
                </a:solidFill>
                <a:latin typeface="Arial"/>
                <a:cs typeface="Arial"/>
              </a:rPr>
              <a:t>updates.</a:t>
            </a:r>
            <a:endParaRPr sz="1600" dirty="0">
              <a:latin typeface="Arial"/>
              <a:cs typeface="Arial"/>
            </a:endParaRPr>
          </a:p>
          <a:p>
            <a:pPr marL="318770" indent="-306070">
              <a:lnSpc>
                <a:spcPct val="100000"/>
              </a:lnSpc>
              <a:spcBef>
                <a:spcPts val="980"/>
              </a:spcBef>
              <a:buClr>
                <a:srgbClr val="1CACE3"/>
              </a:buClr>
              <a:buSzPct val="90625"/>
              <a:buFont typeface="Cambria"/>
              <a:buChar char="◾"/>
              <a:tabLst>
                <a:tab pos="318770" algn="l"/>
              </a:tabLst>
            </a:pPr>
            <a:r>
              <a:rPr sz="1600" dirty="0">
                <a:solidFill>
                  <a:srgbClr val="404040"/>
                </a:solidFill>
                <a:latin typeface="Arial"/>
                <a:cs typeface="Arial"/>
              </a:rPr>
              <a:t>Expand</a:t>
            </a:r>
            <a:r>
              <a:rPr sz="1600" spc="-45" dirty="0">
                <a:solidFill>
                  <a:srgbClr val="404040"/>
                </a:solidFill>
                <a:latin typeface="Arial"/>
                <a:cs typeface="Arial"/>
              </a:rPr>
              <a:t> </a:t>
            </a:r>
            <a:r>
              <a:rPr sz="1600" dirty="0">
                <a:solidFill>
                  <a:srgbClr val="404040"/>
                </a:solidFill>
                <a:latin typeface="Arial"/>
                <a:cs typeface="Arial"/>
              </a:rPr>
              <a:t>the</a:t>
            </a:r>
            <a:r>
              <a:rPr sz="1600" spc="-50" dirty="0">
                <a:solidFill>
                  <a:srgbClr val="404040"/>
                </a:solidFill>
                <a:latin typeface="Arial"/>
                <a:cs typeface="Arial"/>
              </a:rPr>
              <a:t> </a:t>
            </a:r>
            <a:r>
              <a:rPr sz="1600" dirty="0">
                <a:solidFill>
                  <a:srgbClr val="404040"/>
                </a:solidFill>
                <a:latin typeface="Arial"/>
                <a:cs typeface="Arial"/>
              </a:rPr>
              <a:t>system</a:t>
            </a:r>
            <a:r>
              <a:rPr sz="1600" spc="-20" dirty="0">
                <a:solidFill>
                  <a:srgbClr val="404040"/>
                </a:solidFill>
                <a:latin typeface="Arial"/>
                <a:cs typeface="Arial"/>
              </a:rPr>
              <a:t> </a:t>
            </a:r>
            <a:r>
              <a:rPr sz="1600" dirty="0">
                <a:solidFill>
                  <a:srgbClr val="404040"/>
                </a:solidFill>
                <a:latin typeface="Arial"/>
                <a:cs typeface="Arial"/>
              </a:rPr>
              <a:t>to</a:t>
            </a:r>
            <a:r>
              <a:rPr sz="1600" spc="-40" dirty="0">
                <a:solidFill>
                  <a:srgbClr val="404040"/>
                </a:solidFill>
                <a:latin typeface="Arial"/>
                <a:cs typeface="Arial"/>
              </a:rPr>
              <a:t> </a:t>
            </a:r>
            <a:r>
              <a:rPr sz="1600" dirty="0">
                <a:solidFill>
                  <a:srgbClr val="404040"/>
                </a:solidFill>
                <a:latin typeface="Arial"/>
                <a:cs typeface="Arial"/>
              </a:rPr>
              <a:t>support</a:t>
            </a:r>
            <a:r>
              <a:rPr sz="1600" spc="-30" dirty="0">
                <a:solidFill>
                  <a:srgbClr val="404040"/>
                </a:solidFill>
                <a:latin typeface="Arial"/>
                <a:cs typeface="Arial"/>
              </a:rPr>
              <a:t> </a:t>
            </a:r>
            <a:r>
              <a:rPr sz="1600" b="1" dirty="0">
                <a:solidFill>
                  <a:srgbClr val="404040"/>
                </a:solidFill>
                <a:latin typeface="Arial"/>
                <a:cs typeface="Arial"/>
              </a:rPr>
              <a:t>multiple</a:t>
            </a:r>
            <a:r>
              <a:rPr sz="1600" b="1" spc="-10" dirty="0">
                <a:solidFill>
                  <a:srgbClr val="404040"/>
                </a:solidFill>
                <a:latin typeface="Arial"/>
                <a:cs typeface="Arial"/>
              </a:rPr>
              <a:t> </a:t>
            </a:r>
            <a:r>
              <a:rPr sz="1600" b="1" dirty="0">
                <a:solidFill>
                  <a:srgbClr val="404040"/>
                </a:solidFill>
                <a:latin typeface="Arial"/>
                <a:cs typeface="Arial"/>
              </a:rPr>
              <a:t>chronic</a:t>
            </a:r>
            <a:r>
              <a:rPr sz="1600" b="1" spc="-30" dirty="0">
                <a:solidFill>
                  <a:srgbClr val="404040"/>
                </a:solidFill>
                <a:latin typeface="Arial"/>
                <a:cs typeface="Arial"/>
              </a:rPr>
              <a:t> </a:t>
            </a:r>
            <a:r>
              <a:rPr sz="1600" b="1" dirty="0">
                <a:solidFill>
                  <a:srgbClr val="404040"/>
                </a:solidFill>
                <a:latin typeface="Arial"/>
                <a:cs typeface="Arial"/>
              </a:rPr>
              <a:t>diseases</a:t>
            </a:r>
            <a:r>
              <a:rPr sz="1600" b="1" spc="-40" dirty="0">
                <a:solidFill>
                  <a:srgbClr val="404040"/>
                </a:solidFill>
                <a:latin typeface="Arial"/>
                <a:cs typeface="Arial"/>
              </a:rPr>
              <a:t> </a:t>
            </a:r>
            <a:r>
              <a:rPr sz="1600" b="1" dirty="0">
                <a:solidFill>
                  <a:srgbClr val="404040"/>
                </a:solidFill>
                <a:latin typeface="Arial"/>
                <a:cs typeface="Arial"/>
              </a:rPr>
              <a:t>and</a:t>
            </a:r>
            <a:r>
              <a:rPr sz="1600" b="1" spc="-50" dirty="0">
                <a:solidFill>
                  <a:srgbClr val="404040"/>
                </a:solidFill>
                <a:latin typeface="Arial"/>
                <a:cs typeface="Arial"/>
              </a:rPr>
              <a:t> </a:t>
            </a:r>
            <a:r>
              <a:rPr sz="1600" b="1" spc="-10" dirty="0">
                <a:solidFill>
                  <a:srgbClr val="404040"/>
                </a:solidFill>
                <a:latin typeface="Arial"/>
                <a:cs typeface="Arial"/>
              </a:rPr>
              <a:t>languages</a:t>
            </a:r>
            <a:r>
              <a:rPr sz="1600" spc="-10" dirty="0">
                <a:solidFill>
                  <a:srgbClr val="404040"/>
                </a:solidFill>
                <a:latin typeface="Arial"/>
                <a:cs typeface="Arial"/>
              </a:rPr>
              <a:t>.</a:t>
            </a:r>
            <a:endParaRPr sz="1600" dirty="0">
              <a:latin typeface="Arial"/>
              <a:cs typeface="Arial"/>
            </a:endParaRPr>
          </a:p>
          <a:p>
            <a:pPr marL="318770" indent="-306070">
              <a:lnSpc>
                <a:spcPct val="100000"/>
              </a:lnSpc>
              <a:spcBef>
                <a:spcPts val="994"/>
              </a:spcBef>
              <a:buClr>
                <a:srgbClr val="1CACE3"/>
              </a:buClr>
              <a:buSzPct val="90625"/>
              <a:buFont typeface="Cambria"/>
              <a:buChar char="◾"/>
              <a:tabLst>
                <a:tab pos="318770" algn="l"/>
              </a:tabLst>
            </a:pPr>
            <a:r>
              <a:rPr sz="1600" dirty="0">
                <a:solidFill>
                  <a:srgbClr val="404040"/>
                </a:solidFill>
                <a:latin typeface="Arial"/>
                <a:cs typeface="Arial"/>
              </a:rPr>
              <a:t>Strengthen</a:t>
            </a:r>
            <a:r>
              <a:rPr sz="1600" spc="-50" dirty="0">
                <a:solidFill>
                  <a:srgbClr val="404040"/>
                </a:solidFill>
                <a:latin typeface="Arial"/>
                <a:cs typeface="Arial"/>
              </a:rPr>
              <a:t> </a:t>
            </a:r>
            <a:r>
              <a:rPr sz="1600" dirty="0">
                <a:solidFill>
                  <a:srgbClr val="404040"/>
                </a:solidFill>
                <a:latin typeface="Arial"/>
                <a:cs typeface="Arial"/>
              </a:rPr>
              <a:t>security</a:t>
            </a:r>
            <a:r>
              <a:rPr sz="1600" spc="-65" dirty="0">
                <a:solidFill>
                  <a:srgbClr val="404040"/>
                </a:solidFill>
                <a:latin typeface="Arial"/>
                <a:cs typeface="Arial"/>
              </a:rPr>
              <a:t> </a:t>
            </a:r>
            <a:r>
              <a:rPr sz="1600" dirty="0">
                <a:solidFill>
                  <a:srgbClr val="404040"/>
                </a:solidFill>
                <a:latin typeface="Arial"/>
                <a:cs typeface="Arial"/>
              </a:rPr>
              <a:t>using</a:t>
            </a:r>
            <a:r>
              <a:rPr sz="1600" spc="-55" dirty="0">
                <a:solidFill>
                  <a:srgbClr val="404040"/>
                </a:solidFill>
                <a:latin typeface="Arial"/>
                <a:cs typeface="Arial"/>
              </a:rPr>
              <a:t> </a:t>
            </a:r>
            <a:r>
              <a:rPr sz="1600" b="1" dirty="0">
                <a:solidFill>
                  <a:srgbClr val="404040"/>
                </a:solidFill>
                <a:latin typeface="Arial"/>
                <a:cs typeface="Arial"/>
              </a:rPr>
              <a:t>encryption</a:t>
            </a:r>
            <a:r>
              <a:rPr sz="1600" b="1" spc="-15" dirty="0">
                <a:solidFill>
                  <a:srgbClr val="404040"/>
                </a:solidFill>
                <a:latin typeface="Arial"/>
                <a:cs typeface="Arial"/>
              </a:rPr>
              <a:t> </a:t>
            </a:r>
            <a:r>
              <a:rPr sz="1600" b="1" dirty="0">
                <a:solidFill>
                  <a:srgbClr val="404040"/>
                </a:solidFill>
                <a:latin typeface="Arial"/>
                <a:cs typeface="Arial"/>
              </a:rPr>
              <a:t>and</a:t>
            </a:r>
            <a:r>
              <a:rPr sz="1600" b="1" spc="-60" dirty="0">
                <a:solidFill>
                  <a:srgbClr val="404040"/>
                </a:solidFill>
                <a:latin typeface="Arial"/>
                <a:cs typeface="Arial"/>
              </a:rPr>
              <a:t> </a:t>
            </a:r>
            <a:r>
              <a:rPr sz="1600" b="1" dirty="0">
                <a:solidFill>
                  <a:srgbClr val="404040"/>
                </a:solidFill>
                <a:latin typeface="Arial"/>
                <a:cs typeface="Arial"/>
              </a:rPr>
              <a:t>advanced</a:t>
            </a:r>
            <a:r>
              <a:rPr sz="1600" b="1" spc="-25" dirty="0">
                <a:solidFill>
                  <a:srgbClr val="404040"/>
                </a:solidFill>
                <a:latin typeface="Arial"/>
                <a:cs typeface="Arial"/>
              </a:rPr>
              <a:t> </a:t>
            </a:r>
            <a:r>
              <a:rPr sz="1600" b="1" spc="-10" dirty="0">
                <a:solidFill>
                  <a:srgbClr val="404040"/>
                </a:solidFill>
                <a:latin typeface="Arial"/>
                <a:cs typeface="Arial"/>
              </a:rPr>
              <a:t>authentication</a:t>
            </a:r>
            <a:r>
              <a:rPr sz="1700" spc="-10" dirty="0">
                <a:solidFill>
                  <a:srgbClr val="404040"/>
                </a:solidFill>
                <a:latin typeface="Franklin Gothic Medium"/>
                <a:cs typeface="Franklin Gothic Medium"/>
              </a:rPr>
              <a:t>.</a:t>
            </a:r>
            <a:endParaRPr sz="1700" dirty="0">
              <a:latin typeface="Franklin Gothic Medium"/>
              <a:cs typeface="Franklin Gothic Medium"/>
            </a:endParaRPr>
          </a:p>
        </p:txBody>
      </p:sp>
      <p:sp>
        <p:nvSpPr>
          <p:cNvPr id="3" name="object 3" descr="$PPTXTitle"/>
          <p:cNvSpPr txBox="1">
            <a:spLocks noGrp="1"/>
          </p:cNvSpPr>
          <p:nvPr>
            <p:ph type="title"/>
          </p:nvPr>
        </p:nvSpPr>
        <p:spPr>
          <a:xfrm>
            <a:off x="609600" y="609600"/>
            <a:ext cx="3313328" cy="520655"/>
          </a:xfrm>
          <a:prstGeom prst="rect">
            <a:avLst/>
          </a:prstGeom>
        </p:spPr>
        <p:txBody>
          <a:bodyPr vert="horz" wrap="square" lIns="0" tIns="12700" rIns="0" bIns="0" rtlCol="0">
            <a:spAutoFit/>
          </a:bodyPr>
          <a:lstStyle/>
          <a:p>
            <a:pPr marL="12700">
              <a:lnSpc>
                <a:spcPct val="100000"/>
              </a:lnSpc>
              <a:spcBef>
                <a:spcPts val="100"/>
              </a:spcBef>
            </a:pPr>
            <a:r>
              <a:rPr sz="3300" dirty="0">
                <a:solidFill>
                  <a:srgbClr val="1CACE3"/>
                </a:solidFill>
                <a:latin typeface="Arial"/>
                <a:cs typeface="Arial"/>
              </a:rPr>
              <a:t>FUTURE</a:t>
            </a:r>
            <a:r>
              <a:rPr sz="3300" spc="-145" dirty="0">
                <a:solidFill>
                  <a:srgbClr val="1CACE3"/>
                </a:solidFill>
                <a:latin typeface="Arial"/>
                <a:cs typeface="Arial"/>
              </a:rPr>
              <a:t> </a:t>
            </a:r>
            <a:r>
              <a:rPr sz="3300" spc="-10" dirty="0">
                <a:solidFill>
                  <a:srgbClr val="1CACE3"/>
                </a:solidFill>
                <a:latin typeface="Arial"/>
                <a:cs typeface="Arial"/>
              </a:rPr>
              <a:t>SCOPE</a:t>
            </a:r>
            <a:endParaRPr sz="33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59993" y="550621"/>
            <a:ext cx="7272655" cy="504625"/>
          </a:xfrm>
          <a:prstGeom prst="rect">
            <a:avLst/>
          </a:prstGeom>
        </p:spPr>
        <p:txBody>
          <a:bodyPr vert="horz" wrap="square" lIns="0" tIns="12065" rIns="0" bIns="0" rtlCol="0">
            <a:spAutoFit/>
          </a:bodyPr>
          <a:lstStyle/>
          <a:p>
            <a:pPr marL="12700">
              <a:lnSpc>
                <a:spcPct val="100000"/>
              </a:lnSpc>
              <a:spcBef>
                <a:spcPts val="95"/>
              </a:spcBef>
            </a:pPr>
            <a:r>
              <a:rPr sz="3200" spc="-10" dirty="0">
                <a:solidFill>
                  <a:srgbClr val="1CACE3"/>
                </a:solidFill>
                <a:latin typeface="Arial"/>
                <a:cs typeface="Arial"/>
              </a:rPr>
              <a:t>REFERENCES</a:t>
            </a:r>
            <a:endParaRPr sz="3200" dirty="0">
              <a:latin typeface="Arial"/>
              <a:cs typeface="Arial"/>
            </a:endParaRPr>
          </a:p>
        </p:txBody>
      </p:sp>
      <p:sp>
        <p:nvSpPr>
          <p:cNvPr id="3" name="object 3"/>
          <p:cNvSpPr txBox="1">
            <a:spLocks noGrp="1"/>
          </p:cNvSpPr>
          <p:nvPr>
            <p:ph type="body" idx="1"/>
          </p:nvPr>
        </p:nvSpPr>
        <p:spPr>
          <a:xfrm>
            <a:off x="659993" y="1185621"/>
            <a:ext cx="9076690" cy="2628900"/>
          </a:xfrm>
          <a:prstGeom prst="rect">
            <a:avLst/>
          </a:prstGeom>
        </p:spPr>
        <p:txBody>
          <a:bodyPr vert="horz" wrap="square" lIns="0" tIns="12065" rIns="0" bIns="0" rtlCol="0">
            <a:spAutoFit/>
          </a:bodyPr>
          <a:lstStyle/>
          <a:p>
            <a:pPr marL="318770" indent="-306070">
              <a:lnSpc>
                <a:spcPct val="100000"/>
              </a:lnSpc>
              <a:spcBef>
                <a:spcPts val="95"/>
              </a:spcBef>
              <a:buClr>
                <a:srgbClr val="1CACE3"/>
              </a:buClr>
              <a:buSzPct val="90625"/>
              <a:buFont typeface="Cambria"/>
              <a:buChar char="◾"/>
              <a:tabLst>
                <a:tab pos="318770" algn="l"/>
              </a:tabLst>
            </a:pPr>
            <a:r>
              <a:rPr b="1" i="0" dirty="0">
                <a:latin typeface="Arial"/>
                <a:cs typeface="Arial"/>
              </a:rPr>
              <a:t>World</a:t>
            </a:r>
            <a:r>
              <a:rPr b="1" i="0" spc="-45" dirty="0">
                <a:latin typeface="Arial"/>
                <a:cs typeface="Arial"/>
              </a:rPr>
              <a:t> </a:t>
            </a:r>
            <a:r>
              <a:rPr b="1" i="0" dirty="0">
                <a:latin typeface="Arial"/>
                <a:cs typeface="Arial"/>
              </a:rPr>
              <a:t>Health</a:t>
            </a:r>
            <a:r>
              <a:rPr b="1" i="0" spc="-25" dirty="0">
                <a:latin typeface="Arial"/>
                <a:cs typeface="Arial"/>
              </a:rPr>
              <a:t> </a:t>
            </a:r>
            <a:r>
              <a:rPr b="1" i="0" dirty="0">
                <a:latin typeface="Arial"/>
                <a:cs typeface="Arial"/>
              </a:rPr>
              <a:t>Organization</a:t>
            </a:r>
            <a:r>
              <a:rPr b="1" i="0" spc="-5" dirty="0">
                <a:latin typeface="Arial"/>
                <a:cs typeface="Arial"/>
              </a:rPr>
              <a:t> </a:t>
            </a:r>
            <a:r>
              <a:rPr b="1" i="0" dirty="0">
                <a:latin typeface="Arial"/>
                <a:cs typeface="Arial"/>
              </a:rPr>
              <a:t>(WHO)</a:t>
            </a:r>
            <a:r>
              <a:rPr b="1" i="0" spc="-5" dirty="0">
                <a:latin typeface="Arial"/>
                <a:cs typeface="Arial"/>
              </a:rPr>
              <a:t> </a:t>
            </a:r>
            <a:r>
              <a:rPr i="0" dirty="0">
                <a:latin typeface="Arial"/>
                <a:cs typeface="Arial"/>
              </a:rPr>
              <a:t>–</a:t>
            </a:r>
            <a:r>
              <a:rPr i="0" spc="-30" dirty="0">
                <a:latin typeface="Arial"/>
                <a:cs typeface="Arial"/>
              </a:rPr>
              <a:t> </a:t>
            </a:r>
            <a:r>
              <a:rPr dirty="0"/>
              <a:t>Adherence</a:t>
            </a:r>
            <a:r>
              <a:rPr spc="-45" dirty="0"/>
              <a:t> </a:t>
            </a:r>
            <a:r>
              <a:rPr dirty="0"/>
              <a:t>to</a:t>
            </a:r>
            <a:r>
              <a:rPr spc="-35" dirty="0"/>
              <a:t> </a:t>
            </a:r>
            <a:r>
              <a:rPr spc="-10" dirty="0"/>
              <a:t>Long-</a:t>
            </a:r>
            <a:r>
              <a:rPr spc="-20" dirty="0"/>
              <a:t>Term </a:t>
            </a:r>
            <a:r>
              <a:rPr dirty="0"/>
              <a:t>Therapies:</a:t>
            </a:r>
            <a:r>
              <a:rPr spc="-35" dirty="0"/>
              <a:t> </a:t>
            </a:r>
            <a:r>
              <a:rPr dirty="0"/>
              <a:t>Evidence</a:t>
            </a:r>
            <a:r>
              <a:rPr spc="-65" dirty="0"/>
              <a:t> </a:t>
            </a:r>
            <a:r>
              <a:rPr dirty="0"/>
              <a:t>for</a:t>
            </a:r>
            <a:r>
              <a:rPr spc="-80" dirty="0"/>
              <a:t> </a:t>
            </a:r>
            <a:r>
              <a:rPr spc="-10" dirty="0"/>
              <a:t>Action</a:t>
            </a:r>
          </a:p>
          <a:p>
            <a:pPr marL="318770" indent="-306070">
              <a:lnSpc>
                <a:spcPct val="100000"/>
              </a:lnSpc>
              <a:spcBef>
                <a:spcPts val="1180"/>
              </a:spcBef>
              <a:buClr>
                <a:srgbClr val="1CACE3"/>
              </a:buClr>
              <a:buSzPct val="90625"/>
              <a:buFont typeface="Cambria"/>
              <a:buChar char="◾"/>
              <a:tabLst>
                <a:tab pos="318770" algn="l"/>
              </a:tabLst>
            </a:pPr>
            <a:r>
              <a:rPr b="1" i="0" dirty="0">
                <a:latin typeface="Arial"/>
                <a:cs typeface="Arial"/>
              </a:rPr>
              <a:t>NCBI</a:t>
            </a:r>
            <a:r>
              <a:rPr b="1" i="0" spc="-40" dirty="0">
                <a:latin typeface="Arial"/>
                <a:cs typeface="Arial"/>
              </a:rPr>
              <a:t> </a:t>
            </a:r>
            <a:r>
              <a:rPr b="1" i="0" dirty="0">
                <a:latin typeface="Arial"/>
                <a:cs typeface="Arial"/>
              </a:rPr>
              <a:t>/</a:t>
            </a:r>
            <a:r>
              <a:rPr b="1" i="0" spc="-25" dirty="0">
                <a:latin typeface="Arial"/>
                <a:cs typeface="Arial"/>
              </a:rPr>
              <a:t> </a:t>
            </a:r>
            <a:r>
              <a:rPr b="1" i="0" dirty="0">
                <a:latin typeface="Arial"/>
                <a:cs typeface="Arial"/>
              </a:rPr>
              <a:t>PubMed</a:t>
            </a:r>
            <a:r>
              <a:rPr b="1" i="0" spc="-15" dirty="0">
                <a:latin typeface="Arial"/>
                <a:cs typeface="Arial"/>
              </a:rPr>
              <a:t> </a:t>
            </a:r>
            <a:r>
              <a:rPr i="0" dirty="0">
                <a:latin typeface="Arial"/>
                <a:cs typeface="Arial"/>
              </a:rPr>
              <a:t>–</a:t>
            </a:r>
            <a:r>
              <a:rPr i="0" spc="-35" dirty="0">
                <a:latin typeface="Arial"/>
                <a:cs typeface="Arial"/>
              </a:rPr>
              <a:t> </a:t>
            </a:r>
            <a:r>
              <a:rPr i="0" dirty="0">
                <a:latin typeface="Arial"/>
                <a:cs typeface="Arial"/>
              </a:rPr>
              <a:t>Research</a:t>
            </a:r>
            <a:r>
              <a:rPr i="0" spc="-40" dirty="0">
                <a:latin typeface="Arial"/>
                <a:cs typeface="Arial"/>
              </a:rPr>
              <a:t> </a:t>
            </a:r>
            <a:r>
              <a:rPr i="0" dirty="0">
                <a:latin typeface="Arial"/>
                <a:cs typeface="Arial"/>
              </a:rPr>
              <a:t>articles</a:t>
            </a:r>
            <a:r>
              <a:rPr i="0" spc="-30" dirty="0">
                <a:latin typeface="Arial"/>
                <a:cs typeface="Arial"/>
              </a:rPr>
              <a:t> </a:t>
            </a:r>
            <a:r>
              <a:rPr i="0" dirty="0">
                <a:latin typeface="Arial"/>
                <a:cs typeface="Arial"/>
              </a:rPr>
              <a:t>on</a:t>
            </a:r>
            <a:r>
              <a:rPr i="0" spc="-40" dirty="0">
                <a:latin typeface="Arial"/>
                <a:cs typeface="Arial"/>
              </a:rPr>
              <a:t> </a:t>
            </a:r>
            <a:r>
              <a:rPr i="0" dirty="0">
                <a:latin typeface="Arial"/>
                <a:cs typeface="Arial"/>
              </a:rPr>
              <a:t>medication</a:t>
            </a:r>
            <a:r>
              <a:rPr i="0" spc="-35" dirty="0">
                <a:latin typeface="Arial"/>
                <a:cs typeface="Arial"/>
              </a:rPr>
              <a:t> </a:t>
            </a:r>
            <a:r>
              <a:rPr i="0" dirty="0">
                <a:latin typeface="Arial"/>
                <a:cs typeface="Arial"/>
              </a:rPr>
              <a:t>adherence</a:t>
            </a:r>
            <a:r>
              <a:rPr i="0" spc="-40" dirty="0">
                <a:latin typeface="Arial"/>
                <a:cs typeface="Arial"/>
              </a:rPr>
              <a:t> </a:t>
            </a:r>
            <a:r>
              <a:rPr i="0" dirty="0">
                <a:latin typeface="Arial"/>
                <a:cs typeface="Arial"/>
              </a:rPr>
              <a:t>and</a:t>
            </a:r>
            <a:r>
              <a:rPr i="0" spc="-25" dirty="0">
                <a:latin typeface="Arial"/>
                <a:cs typeface="Arial"/>
              </a:rPr>
              <a:t> </a:t>
            </a:r>
            <a:r>
              <a:rPr i="0" dirty="0">
                <a:latin typeface="Arial"/>
                <a:cs typeface="Arial"/>
              </a:rPr>
              <a:t>chronic</a:t>
            </a:r>
            <a:r>
              <a:rPr i="0" spc="-35" dirty="0">
                <a:latin typeface="Arial"/>
                <a:cs typeface="Arial"/>
              </a:rPr>
              <a:t> </a:t>
            </a:r>
            <a:r>
              <a:rPr i="0" dirty="0">
                <a:latin typeface="Arial"/>
                <a:cs typeface="Arial"/>
              </a:rPr>
              <a:t>disease</a:t>
            </a:r>
            <a:r>
              <a:rPr i="0" spc="-45" dirty="0">
                <a:latin typeface="Arial"/>
                <a:cs typeface="Arial"/>
              </a:rPr>
              <a:t> </a:t>
            </a:r>
            <a:r>
              <a:rPr i="0" spc="-10" dirty="0">
                <a:latin typeface="Arial"/>
                <a:cs typeface="Arial"/>
              </a:rPr>
              <a:t>management.</a:t>
            </a:r>
          </a:p>
          <a:p>
            <a:pPr marL="318770" indent="-306070">
              <a:lnSpc>
                <a:spcPct val="100000"/>
              </a:lnSpc>
              <a:spcBef>
                <a:spcPts val="1175"/>
              </a:spcBef>
              <a:buClr>
                <a:srgbClr val="1CACE3"/>
              </a:buClr>
              <a:buSzPct val="90625"/>
              <a:buFont typeface="Cambria"/>
              <a:buChar char="◾"/>
              <a:tabLst>
                <a:tab pos="318770" algn="l"/>
              </a:tabLst>
            </a:pPr>
            <a:r>
              <a:rPr b="1" i="0" dirty="0">
                <a:latin typeface="Arial"/>
                <a:cs typeface="Arial"/>
              </a:rPr>
              <a:t>Firebase</a:t>
            </a:r>
            <a:r>
              <a:rPr b="1" i="0" spc="-30" dirty="0">
                <a:latin typeface="Arial"/>
                <a:cs typeface="Arial"/>
              </a:rPr>
              <a:t> </a:t>
            </a:r>
            <a:r>
              <a:rPr b="1" i="0" dirty="0">
                <a:latin typeface="Arial"/>
                <a:cs typeface="Arial"/>
              </a:rPr>
              <a:t>Documentation</a:t>
            </a:r>
            <a:r>
              <a:rPr b="1" i="0" spc="20" dirty="0">
                <a:latin typeface="Arial"/>
                <a:cs typeface="Arial"/>
              </a:rPr>
              <a:t> </a:t>
            </a:r>
            <a:r>
              <a:rPr i="0" dirty="0">
                <a:latin typeface="Arial"/>
                <a:cs typeface="Arial"/>
              </a:rPr>
              <a:t>–</a:t>
            </a:r>
            <a:r>
              <a:rPr i="0" spc="-40" dirty="0">
                <a:latin typeface="Arial"/>
                <a:cs typeface="Arial"/>
              </a:rPr>
              <a:t> </a:t>
            </a:r>
            <a:r>
              <a:rPr i="0" dirty="0">
                <a:latin typeface="Arial"/>
                <a:cs typeface="Arial"/>
              </a:rPr>
              <a:t>Push</a:t>
            </a:r>
            <a:r>
              <a:rPr i="0" spc="-35" dirty="0">
                <a:latin typeface="Arial"/>
                <a:cs typeface="Arial"/>
              </a:rPr>
              <a:t> </a:t>
            </a:r>
            <a:r>
              <a:rPr i="0" spc="-10" dirty="0">
                <a:latin typeface="Arial"/>
                <a:cs typeface="Arial"/>
              </a:rPr>
              <a:t>notifications</a:t>
            </a:r>
            <a:r>
              <a:rPr i="0" spc="-55" dirty="0">
                <a:latin typeface="Arial"/>
                <a:cs typeface="Arial"/>
              </a:rPr>
              <a:t> </a:t>
            </a:r>
            <a:r>
              <a:rPr i="0" dirty="0">
                <a:latin typeface="Arial"/>
                <a:cs typeface="Arial"/>
              </a:rPr>
              <a:t>and</a:t>
            </a:r>
            <a:r>
              <a:rPr i="0" spc="-20" dirty="0">
                <a:latin typeface="Arial"/>
                <a:cs typeface="Arial"/>
              </a:rPr>
              <a:t> </a:t>
            </a:r>
            <a:r>
              <a:rPr i="0" spc="-10" dirty="0">
                <a:latin typeface="Arial"/>
                <a:cs typeface="Arial"/>
              </a:rPr>
              <a:t>real-</a:t>
            </a:r>
            <a:r>
              <a:rPr i="0" dirty="0">
                <a:latin typeface="Arial"/>
                <a:cs typeface="Arial"/>
              </a:rPr>
              <a:t>time</a:t>
            </a:r>
            <a:r>
              <a:rPr i="0" spc="-25" dirty="0">
                <a:latin typeface="Arial"/>
                <a:cs typeface="Arial"/>
              </a:rPr>
              <a:t> </a:t>
            </a:r>
            <a:r>
              <a:rPr i="0" dirty="0">
                <a:latin typeface="Arial"/>
                <a:cs typeface="Arial"/>
              </a:rPr>
              <a:t>data</a:t>
            </a:r>
            <a:r>
              <a:rPr i="0" spc="-25" dirty="0">
                <a:latin typeface="Arial"/>
                <a:cs typeface="Arial"/>
              </a:rPr>
              <a:t> </a:t>
            </a:r>
            <a:r>
              <a:rPr i="0" spc="-10" dirty="0">
                <a:latin typeface="Arial"/>
                <a:cs typeface="Arial"/>
              </a:rPr>
              <a:t>synchronization.</a:t>
            </a:r>
          </a:p>
          <a:p>
            <a:pPr marL="318770" indent="-306070">
              <a:lnSpc>
                <a:spcPct val="100000"/>
              </a:lnSpc>
              <a:spcBef>
                <a:spcPts val="1175"/>
              </a:spcBef>
              <a:buClr>
                <a:srgbClr val="1CACE3"/>
              </a:buClr>
              <a:buSzPct val="90625"/>
              <a:buFont typeface="Cambria"/>
              <a:buChar char="◾"/>
              <a:tabLst>
                <a:tab pos="318770" algn="l"/>
              </a:tabLst>
            </a:pPr>
            <a:r>
              <a:rPr b="1" i="0" dirty="0">
                <a:latin typeface="Arial"/>
                <a:cs typeface="Arial"/>
              </a:rPr>
              <a:t>FastAPI</a:t>
            </a:r>
            <a:r>
              <a:rPr b="1" i="0" spc="-15" dirty="0">
                <a:latin typeface="Arial"/>
                <a:cs typeface="Arial"/>
              </a:rPr>
              <a:t> </a:t>
            </a:r>
            <a:r>
              <a:rPr b="1" i="0" dirty="0">
                <a:latin typeface="Arial"/>
                <a:cs typeface="Arial"/>
              </a:rPr>
              <a:t>Documentation</a:t>
            </a:r>
            <a:r>
              <a:rPr b="1" i="0" spc="10" dirty="0">
                <a:latin typeface="Arial"/>
                <a:cs typeface="Arial"/>
              </a:rPr>
              <a:t> </a:t>
            </a:r>
            <a:r>
              <a:rPr i="0" dirty="0">
                <a:latin typeface="Arial"/>
                <a:cs typeface="Arial"/>
              </a:rPr>
              <a:t>–</a:t>
            </a:r>
            <a:r>
              <a:rPr i="0" spc="-45" dirty="0">
                <a:latin typeface="Arial"/>
                <a:cs typeface="Arial"/>
              </a:rPr>
              <a:t> </a:t>
            </a:r>
            <a:r>
              <a:rPr i="0" spc="-10" dirty="0">
                <a:latin typeface="Arial"/>
                <a:cs typeface="Arial"/>
              </a:rPr>
              <a:t>Backend</a:t>
            </a:r>
            <a:r>
              <a:rPr i="0" spc="-105" dirty="0">
                <a:latin typeface="Arial"/>
                <a:cs typeface="Arial"/>
              </a:rPr>
              <a:t> </a:t>
            </a:r>
            <a:r>
              <a:rPr i="0" dirty="0">
                <a:latin typeface="Arial"/>
                <a:cs typeface="Arial"/>
              </a:rPr>
              <a:t>API</a:t>
            </a:r>
            <a:r>
              <a:rPr i="0" spc="-40" dirty="0">
                <a:latin typeface="Arial"/>
                <a:cs typeface="Arial"/>
              </a:rPr>
              <a:t> </a:t>
            </a:r>
            <a:r>
              <a:rPr i="0" dirty="0">
                <a:latin typeface="Arial"/>
                <a:cs typeface="Arial"/>
              </a:rPr>
              <a:t>development</a:t>
            </a:r>
            <a:r>
              <a:rPr i="0" spc="-45" dirty="0">
                <a:latin typeface="Arial"/>
                <a:cs typeface="Arial"/>
              </a:rPr>
              <a:t> </a:t>
            </a:r>
            <a:r>
              <a:rPr i="0" dirty="0">
                <a:latin typeface="Arial"/>
                <a:cs typeface="Arial"/>
              </a:rPr>
              <a:t>and</a:t>
            </a:r>
            <a:r>
              <a:rPr i="0" spc="-45" dirty="0">
                <a:latin typeface="Arial"/>
                <a:cs typeface="Arial"/>
              </a:rPr>
              <a:t> </a:t>
            </a:r>
            <a:r>
              <a:rPr i="0" spc="-10" dirty="0">
                <a:latin typeface="Arial"/>
                <a:cs typeface="Arial"/>
              </a:rPr>
              <a:t>implementation.</a:t>
            </a:r>
          </a:p>
          <a:p>
            <a:pPr marL="318770" indent="-306070">
              <a:lnSpc>
                <a:spcPct val="100000"/>
              </a:lnSpc>
              <a:spcBef>
                <a:spcPts val="1180"/>
              </a:spcBef>
              <a:buClr>
                <a:srgbClr val="1CACE3"/>
              </a:buClr>
              <a:buSzPct val="90625"/>
              <a:buFont typeface="Cambria"/>
              <a:buChar char="◾"/>
              <a:tabLst>
                <a:tab pos="318770" algn="l"/>
              </a:tabLst>
            </a:pPr>
            <a:r>
              <a:rPr b="1" i="0" dirty="0">
                <a:latin typeface="Arial"/>
                <a:cs typeface="Arial"/>
              </a:rPr>
              <a:t>PostgreSQL</a:t>
            </a:r>
            <a:r>
              <a:rPr b="1" i="0" spc="-45" dirty="0">
                <a:latin typeface="Arial"/>
                <a:cs typeface="Arial"/>
              </a:rPr>
              <a:t> </a:t>
            </a:r>
            <a:r>
              <a:rPr b="1" i="0" dirty="0">
                <a:latin typeface="Arial"/>
                <a:cs typeface="Arial"/>
              </a:rPr>
              <a:t>Documentation</a:t>
            </a:r>
            <a:r>
              <a:rPr b="1" i="0" spc="10" dirty="0">
                <a:latin typeface="Arial"/>
                <a:cs typeface="Arial"/>
              </a:rPr>
              <a:t> </a:t>
            </a:r>
            <a:r>
              <a:rPr i="0" dirty="0">
                <a:latin typeface="Arial"/>
                <a:cs typeface="Arial"/>
              </a:rPr>
              <a:t>–</a:t>
            </a:r>
            <a:r>
              <a:rPr i="0" spc="-25" dirty="0">
                <a:latin typeface="Arial"/>
                <a:cs typeface="Arial"/>
              </a:rPr>
              <a:t> </a:t>
            </a:r>
            <a:r>
              <a:rPr i="0" dirty="0">
                <a:latin typeface="Arial"/>
                <a:cs typeface="Arial"/>
              </a:rPr>
              <a:t>Database</a:t>
            </a:r>
            <a:r>
              <a:rPr i="0" spc="-35" dirty="0">
                <a:latin typeface="Arial"/>
                <a:cs typeface="Arial"/>
              </a:rPr>
              <a:t> </a:t>
            </a:r>
            <a:r>
              <a:rPr i="0" dirty="0">
                <a:latin typeface="Arial"/>
                <a:cs typeface="Arial"/>
              </a:rPr>
              <a:t>design</a:t>
            </a:r>
            <a:r>
              <a:rPr i="0" spc="-40" dirty="0">
                <a:latin typeface="Arial"/>
                <a:cs typeface="Arial"/>
              </a:rPr>
              <a:t> </a:t>
            </a:r>
            <a:r>
              <a:rPr i="0" dirty="0">
                <a:latin typeface="Arial"/>
                <a:cs typeface="Arial"/>
              </a:rPr>
              <a:t>and</a:t>
            </a:r>
            <a:r>
              <a:rPr i="0" spc="-30" dirty="0">
                <a:latin typeface="Arial"/>
                <a:cs typeface="Arial"/>
              </a:rPr>
              <a:t> </a:t>
            </a:r>
            <a:r>
              <a:rPr i="0" spc="-10" dirty="0">
                <a:latin typeface="Arial"/>
                <a:cs typeface="Arial"/>
              </a:rPr>
              <a:t>management.</a:t>
            </a:r>
          </a:p>
          <a:p>
            <a:pPr marL="318770" indent="-306070">
              <a:lnSpc>
                <a:spcPct val="100000"/>
              </a:lnSpc>
              <a:spcBef>
                <a:spcPts val="1175"/>
              </a:spcBef>
              <a:buClr>
                <a:srgbClr val="1CACE3"/>
              </a:buClr>
              <a:buSzPct val="90625"/>
              <a:buFont typeface="Cambria"/>
              <a:buChar char="◾"/>
              <a:tabLst>
                <a:tab pos="318770" algn="l"/>
              </a:tabLst>
            </a:pPr>
            <a:r>
              <a:rPr b="1" i="0" dirty="0">
                <a:latin typeface="Arial"/>
                <a:cs typeface="Arial"/>
              </a:rPr>
              <a:t>GitHub</a:t>
            </a:r>
            <a:r>
              <a:rPr b="1" i="0" spc="-25" dirty="0">
                <a:latin typeface="Arial"/>
                <a:cs typeface="Arial"/>
              </a:rPr>
              <a:t> </a:t>
            </a:r>
            <a:r>
              <a:rPr i="0" dirty="0">
                <a:latin typeface="Arial"/>
                <a:cs typeface="Arial"/>
              </a:rPr>
              <a:t>–</a:t>
            </a:r>
            <a:r>
              <a:rPr i="0" spc="-45" dirty="0">
                <a:latin typeface="Arial"/>
                <a:cs typeface="Arial"/>
              </a:rPr>
              <a:t> </a:t>
            </a:r>
            <a:r>
              <a:rPr i="0" spc="-10" dirty="0">
                <a:latin typeface="Arial"/>
                <a:cs typeface="Arial"/>
              </a:rPr>
              <a:t>Source-</a:t>
            </a:r>
            <a:r>
              <a:rPr i="0" dirty="0">
                <a:latin typeface="Arial"/>
                <a:cs typeface="Arial"/>
              </a:rPr>
              <a:t>code</a:t>
            </a:r>
            <a:r>
              <a:rPr i="0" spc="-55" dirty="0">
                <a:latin typeface="Arial"/>
                <a:cs typeface="Arial"/>
              </a:rPr>
              <a:t> </a:t>
            </a:r>
            <a:r>
              <a:rPr i="0" dirty="0">
                <a:latin typeface="Arial"/>
                <a:cs typeface="Arial"/>
              </a:rPr>
              <a:t>management</a:t>
            </a:r>
            <a:r>
              <a:rPr i="0" spc="-30" dirty="0">
                <a:latin typeface="Arial"/>
                <a:cs typeface="Arial"/>
              </a:rPr>
              <a:t> </a:t>
            </a:r>
            <a:r>
              <a:rPr i="0" dirty="0">
                <a:latin typeface="Arial"/>
                <a:cs typeface="Arial"/>
              </a:rPr>
              <a:t>and</a:t>
            </a:r>
            <a:r>
              <a:rPr i="0" spc="-55" dirty="0">
                <a:latin typeface="Arial"/>
                <a:cs typeface="Arial"/>
              </a:rPr>
              <a:t> </a:t>
            </a:r>
            <a:r>
              <a:rPr i="0" dirty="0">
                <a:latin typeface="Arial"/>
                <a:cs typeface="Arial"/>
              </a:rPr>
              <a:t>project</a:t>
            </a:r>
            <a:r>
              <a:rPr i="0" spc="-45" dirty="0">
                <a:latin typeface="Arial"/>
                <a:cs typeface="Arial"/>
              </a:rPr>
              <a:t> </a:t>
            </a:r>
            <a:r>
              <a:rPr i="0" dirty="0">
                <a:latin typeface="Arial"/>
                <a:cs typeface="Arial"/>
              </a:rPr>
              <a:t>development:</a:t>
            </a:r>
            <a:r>
              <a:rPr i="0" spc="-35" dirty="0">
                <a:latin typeface="Arial"/>
                <a:cs typeface="Arial"/>
              </a:rPr>
              <a:t> </a:t>
            </a:r>
            <a:r>
              <a:rPr i="0" u="sng" spc="-10" dirty="0">
                <a:solidFill>
                  <a:srgbClr val="6DAC1C"/>
                </a:solidFill>
                <a:uFill>
                  <a:solidFill>
                    <a:srgbClr val="6DAC1C"/>
                  </a:solidFill>
                </a:uFill>
                <a:latin typeface="Arial"/>
                <a:cs typeface="Arial"/>
                <a:hlinkClick r:id="rId2"/>
              </a:rPr>
              <a:t>GitHub</a:t>
            </a:r>
          </a:p>
          <a:p>
            <a:pPr marL="318770" indent="-306070">
              <a:lnSpc>
                <a:spcPct val="100000"/>
              </a:lnSpc>
              <a:spcBef>
                <a:spcPts val="1175"/>
              </a:spcBef>
              <a:buClr>
                <a:srgbClr val="1CACE3"/>
              </a:buClr>
              <a:buSzPct val="90625"/>
              <a:buFont typeface="Cambria"/>
              <a:buChar char="◾"/>
              <a:tabLst>
                <a:tab pos="318770" algn="l"/>
              </a:tabLst>
            </a:pPr>
            <a:r>
              <a:rPr b="1" i="0" dirty="0">
                <a:latin typeface="Arial"/>
                <a:cs typeface="Arial"/>
              </a:rPr>
              <a:t>Python</a:t>
            </a:r>
            <a:r>
              <a:rPr b="1" i="0" spc="-25" dirty="0">
                <a:latin typeface="Arial"/>
                <a:cs typeface="Arial"/>
              </a:rPr>
              <a:t> </a:t>
            </a:r>
            <a:r>
              <a:rPr b="1" i="0" dirty="0">
                <a:latin typeface="Arial"/>
                <a:cs typeface="Arial"/>
              </a:rPr>
              <a:t>Documentation</a:t>
            </a:r>
            <a:r>
              <a:rPr b="1" i="0" spc="-30" dirty="0">
                <a:latin typeface="Arial"/>
                <a:cs typeface="Arial"/>
              </a:rPr>
              <a:t> </a:t>
            </a:r>
            <a:r>
              <a:rPr i="0" dirty="0">
                <a:latin typeface="Arial"/>
                <a:cs typeface="Arial"/>
              </a:rPr>
              <a:t>–</a:t>
            </a:r>
            <a:r>
              <a:rPr i="0" spc="-65" dirty="0">
                <a:latin typeface="Arial"/>
                <a:cs typeface="Arial"/>
              </a:rPr>
              <a:t> </a:t>
            </a:r>
            <a:r>
              <a:rPr i="0" dirty="0">
                <a:latin typeface="Arial"/>
                <a:cs typeface="Arial"/>
              </a:rPr>
              <a:t>Python</a:t>
            </a:r>
            <a:r>
              <a:rPr i="0" spc="-50" dirty="0">
                <a:latin typeface="Arial"/>
                <a:cs typeface="Arial"/>
              </a:rPr>
              <a:t> </a:t>
            </a:r>
            <a:r>
              <a:rPr i="0" dirty="0">
                <a:latin typeface="Arial"/>
                <a:cs typeface="Arial"/>
              </a:rPr>
              <a:t>Standard</a:t>
            </a:r>
            <a:r>
              <a:rPr i="0" spc="-50" dirty="0">
                <a:latin typeface="Arial"/>
                <a:cs typeface="Arial"/>
              </a:rPr>
              <a:t> </a:t>
            </a:r>
            <a:r>
              <a:rPr i="0" dirty="0">
                <a:latin typeface="Arial"/>
                <a:cs typeface="Arial"/>
              </a:rPr>
              <a:t>Library</a:t>
            </a:r>
            <a:r>
              <a:rPr i="0" spc="-65" dirty="0">
                <a:latin typeface="Arial"/>
                <a:cs typeface="Arial"/>
              </a:rPr>
              <a:t> </a:t>
            </a:r>
            <a:r>
              <a:rPr i="0" dirty="0">
                <a:latin typeface="Arial"/>
                <a:cs typeface="Arial"/>
              </a:rPr>
              <a:t>reference:</a:t>
            </a:r>
            <a:r>
              <a:rPr i="0" spc="-20" dirty="0">
                <a:latin typeface="Arial"/>
                <a:cs typeface="Arial"/>
              </a:rPr>
              <a:t> </a:t>
            </a:r>
            <a:r>
              <a:rPr i="0" u="sng" dirty="0">
                <a:solidFill>
                  <a:srgbClr val="6DAC1C"/>
                </a:solidFill>
                <a:uFill>
                  <a:solidFill>
                    <a:srgbClr val="6DAC1C"/>
                  </a:solidFill>
                </a:uFill>
                <a:latin typeface="Arial"/>
                <a:cs typeface="Arial"/>
                <a:hlinkClick r:id="rId3"/>
              </a:rPr>
              <a:t>Python</a:t>
            </a:r>
            <a:r>
              <a:rPr i="0" u="sng" spc="-45" dirty="0">
                <a:solidFill>
                  <a:srgbClr val="6DAC1C"/>
                </a:solidFill>
                <a:uFill>
                  <a:solidFill>
                    <a:srgbClr val="6DAC1C"/>
                  </a:solidFill>
                </a:uFill>
                <a:latin typeface="Arial"/>
                <a:cs typeface="Arial"/>
                <a:hlinkClick r:id="rId3"/>
              </a:rPr>
              <a:t> </a:t>
            </a:r>
            <a:r>
              <a:rPr i="0" u="sng" dirty="0">
                <a:solidFill>
                  <a:srgbClr val="6DAC1C"/>
                </a:solidFill>
                <a:uFill>
                  <a:solidFill>
                    <a:srgbClr val="6DAC1C"/>
                  </a:solidFill>
                </a:uFill>
                <a:latin typeface="Arial"/>
                <a:cs typeface="Arial"/>
                <a:hlinkClick r:id="rId3"/>
              </a:rPr>
              <a:t>Standard</a:t>
            </a:r>
            <a:r>
              <a:rPr i="0" u="sng" spc="-60" dirty="0">
                <a:solidFill>
                  <a:srgbClr val="6DAC1C"/>
                </a:solidFill>
                <a:uFill>
                  <a:solidFill>
                    <a:srgbClr val="6DAC1C"/>
                  </a:solidFill>
                </a:uFill>
                <a:latin typeface="Arial"/>
                <a:cs typeface="Arial"/>
                <a:hlinkClick r:id="rId3"/>
              </a:rPr>
              <a:t> </a:t>
            </a:r>
            <a:r>
              <a:rPr i="0" u="sng" spc="-10" dirty="0">
                <a:solidFill>
                  <a:srgbClr val="6DAC1C"/>
                </a:solidFill>
                <a:uFill>
                  <a:solidFill>
                    <a:srgbClr val="6DAC1C"/>
                  </a:solidFill>
                </a:uFill>
                <a:latin typeface="Arial"/>
                <a:cs typeface="Arial"/>
                <a:hlinkClick r:id="rId3"/>
              </a:rPr>
              <a:t>Library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01" y="550621"/>
            <a:ext cx="8839200" cy="692677"/>
          </a:xfrm>
          <a:prstGeom prst="rect">
            <a:avLst/>
          </a:prstGeom>
        </p:spPr>
        <p:txBody>
          <a:bodyPr vert="horz" wrap="square" lIns="0" tIns="198298" rIns="0" bIns="0" rtlCol="0">
            <a:spAutoFit/>
          </a:bodyPr>
          <a:lstStyle/>
          <a:p>
            <a:pPr marL="12700">
              <a:lnSpc>
                <a:spcPct val="100000"/>
              </a:lnSpc>
              <a:spcBef>
                <a:spcPts val="95"/>
              </a:spcBef>
            </a:pPr>
            <a:r>
              <a:rPr sz="3200" spc="-80" dirty="0">
                <a:solidFill>
                  <a:srgbClr val="00B0F0"/>
                </a:solidFill>
                <a:latin typeface="Arial" panose="020B0604020202020204" pitchFamily="34" charset="0"/>
                <a:cs typeface="Arial" panose="020B0604020202020204" pitchFamily="34" charset="0"/>
              </a:rPr>
              <a:t>DEPLOYMENT</a:t>
            </a:r>
            <a:r>
              <a:rPr sz="3200" spc="-130" dirty="0">
                <a:solidFill>
                  <a:srgbClr val="00B0F0"/>
                </a:solidFill>
                <a:latin typeface="Arial" panose="020B0604020202020204" pitchFamily="34" charset="0"/>
                <a:cs typeface="Arial" panose="020B0604020202020204" pitchFamily="34" charset="0"/>
              </a:rPr>
              <a:t> </a:t>
            </a:r>
            <a:r>
              <a:rPr sz="3200" spc="-30" dirty="0">
                <a:solidFill>
                  <a:srgbClr val="00B0F0"/>
                </a:solidFill>
                <a:latin typeface="Arial" panose="020B0604020202020204" pitchFamily="34" charset="0"/>
                <a:cs typeface="Arial" panose="020B0604020202020204" pitchFamily="34" charset="0"/>
              </a:rPr>
              <a:t>LINK</a:t>
            </a:r>
            <a:r>
              <a:rPr sz="3200" spc="-140" dirty="0">
                <a:solidFill>
                  <a:srgbClr val="00B0F0"/>
                </a:solidFill>
                <a:latin typeface="Arial" panose="020B0604020202020204" pitchFamily="34" charset="0"/>
                <a:cs typeface="Arial" panose="020B0604020202020204" pitchFamily="34" charset="0"/>
              </a:rPr>
              <a:t> </a:t>
            </a:r>
            <a:r>
              <a:rPr sz="3200" spc="400" dirty="0">
                <a:solidFill>
                  <a:srgbClr val="00B0F0"/>
                </a:solidFill>
                <a:latin typeface="Arial" panose="020B0604020202020204" pitchFamily="34" charset="0"/>
                <a:cs typeface="Arial" panose="020B0604020202020204" pitchFamily="34" charset="0"/>
              </a:rPr>
              <a:t>/</a:t>
            </a:r>
            <a:r>
              <a:rPr sz="3200" spc="-140" dirty="0">
                <a:solidFill>
                  <a:srgbClr val="00B0F0"/>
                </a:solidFill>
                <a:latin typeface="Arial" panose="020B0604020202020204" pitchFamily="34" charset="0"/>
                <a:cs typeface="Arial" panose="020B0604020202020204" pitchFamily="34" charset="0"/>
              </a:rPr>
              <a:t> </a:t>
            </a:r>
            <a:r>
              <a:rPr sz="3200" spc="-90" dirty="0">
                <a:solidFill>
                  <a:srgbClr val="00B0F0"/>
                </a:solidFill>
                <a:latin typeface="Arial" panose="020B0604020202020204" pitchFamily="34" charset="0"/>
                <a:cs typeface="Arial" panose="020B0604020202020204" pitchFamily="34" charset="0"/>
              </a:rPr>
              <a:t>GITHUB</a:t>
            </a:r>
            <a:r>
              <a:rPr sz="3200" spc="-125" dirty="0">
                <a:solidFill>
                  <a:srgbClr val="00B0F0"/>
                </a:solidFill>
                <a:latin typeface="Arial" panose="020B0604020202020204" pitchFamily="34" charset="0"/>
                <a:cs typeface="Arial" panose="020B0604020202020204" pitchFamily="34" charset="0"/>
              </a:rPr>
              <a:t> </a:t>
            </a:r>
            <a:r>
              <a:rPr sz="3200" spc="-20" dirty="0">
                <a:solidFill>
                  <a:srgbClr val="00B0F0"/>
                </a:solidFill>
                <a:latin typeface="Arial" panose="020B0604020202020204" pitchFamily="34" charset="0"/>
                <a:cs typeface="Arial" panose="020B0604020202020204" pitchFamily="34" charset="0"/>
              </a:rPr>
              <a:t>LINK</a:t>
            </a:r>
          </a:p>
        </p:txBody>
      </p:sp>
      <p:sp>
        <p:nvSpPr>
          <p:cNvPr id="3" name="object 3"/>
          <p:cNvSpPr txBox="1"/>
          <p:nvPr/>
        </p:nvSpPr>
        <p:spPr>
          <a:xfrm>
            <a:off x="609600" y="1371600"/>
            <a:ext cx="8159750" cy="952184"/>
          </a:xfrm>
          <a:prstGeom prst="rect">
            <a:avLst/>
          </a:prstGeom>
        </p:spPr>
        <p:txBody>
          <a:bodyPr vert="horz" wrap="square" lIns="0" tIns="13335" rIns="0" bIns="0" rtlCol="0">
            <a:spAutoFit/>
          </a:bodyPr>
          <a:lstStyle/>
          <a:p>
            <a:pPr marL="316865" indent="-304165">
              <a:lnSpc>
                <a:spcPct val="100000"/>
              </a:lnSpc>
              <a:spcBef>
                <a:spcPts val="105"/>
              </a:spcBef>
              <a:buClr>
                <a:srgbClr val="1CACE3"/>
              </a:buClr>
              <a:buSzPct val="91176"/>
              <a:buFont typeface="Cambria"/>
              <a:buChar char="◾"/>
              <a:tabLst>
                <a:tab pos="316865" algn="l"/>
              </a:tabLst>
            </a:pPr>
            <a:r>
              <a:rPr sz="1700" dirty="0">
                <a:solidFill>
                  <a:srgbClr val="404040"/>
                </a:solidFill>
                <a:latin typeface="Franklin Gothic Medium"/>
                <a:cs typeface="Franklin Gothic Medium"/>
              </a:rPr>
              <a:t>Github</a:t>
            </a:r>
            <a:r>
              <a:rPr sz="1700" spc="95" dirty="0">
                <a:solidFill>
                  <a:srgbClr val="404040"/>
                </a:solidFill>
                <a:latin typeface="Franklin Gothic Medium"/>
                <a:cs typeface="Franklin Gothic Medium"/>
              </a:rPr>
              <a:t> </a:t>
            </a:r>
            <a:r>
              <a:rPr sz="1700" dirty="0">
                <a:solidFill>
                  <a:srgbClr val="404040"/>
                </a:solidFill>
                <a:latin typeface="Franklin Gothic Medium"/>
                <a:cs typeface="Franklin Gothic Medium"/>
              </a:rPr>
              <a:t>Link:</a:t>
            </a:r>
            <a:r>
              <a:rPr sz="1700" spc="145" dirty="0">
                <a:solidFill>
                  <a:srgbClr val="404040"/>
                </a:solidFill>
                <a:latin typeface="Franklin Gothic Medium"/>
                <a:cs typeface="Franklin Gothic Medium"/>
              </a:rPr>
              <a:t> </a:t>
            </a:r>
            <a:r>
              <a:rPr sz="1700" u="sng" spc="-30" dirty="0">
                <a:solidFill>
                  <a:srgbClr val="6DAC1C"/>
                </a:solidFill>
                <a:uFill>
                  <a:solidFill>
                    <a:srgbClr val="6DAC1C"/>
                  </a:solidFill>
                </a:uFill>
                <a:latin typeface="Franklin Gothic Medium"/>
                <a:cs typeface="Franklin Gothic Medium"/>
                <a:hlinkClick r:id="rId2"/>
              </a:rPr>
              <a:t>https://github.com/Adepuharshitha/medication-</a:t>
            </a:r>
            <a:r>
              <a:rPr sz="1700" u="sng" spc="-10" dirty="0">
                <a:solidFill>
                  <a:srgbClr val="6DAC1C"/>
                </a:solidFill>
                <a:uFill>
                  <a:solidFill>
                    <a:srgbClr val="6DAC1C"/>
                  </a:solidFill>
                </a:uFill>
                <a:latin typeface="Franklin Gothic Medium"/>
                <a:cs typeface="Franklin Gothic Medium"/>
                <a:hlinkClick r:id="rId2"/>
              </a:rPr>
              <a:t>adherence-tracker</a:t>
            </a:r>
            <a:endParaRPr sz="1700" dirty="0">
              <a:latin typeface="Franklin Gothic Medium"/>
              <a:cs typeface="Franklin Gothic Medium"/>
            </a:endParaRPr>
          </a:p>
          <a:p>
            <a:pPr marL="316865" indent="-304165">
              <a:lnSpc>
                <a:spcPct val="100000"/>
              </a:lnSpc>
              <a:spcBef>
                <a:spcPts val="1210"/>
              </a:spcBef>
              <a:buClr>
                <a:srgbClr val="1CACE3"/>
              </a:buClr>
              <a:buSzPct val="91176"/>
              <a:buFont typeface="Cambria"/>
              <a:buChar char="◾"/>
              <a:tabLst>
                <a:tab pos="316865" algn="l"/>
              </a:tabLst>
            </a:pPr>
            <a:r>
              <a:rPr sz="1700" spc="-25" dirty="0">
                <a:solidFill>
                  <a:srgbClr val="404040"/>
                </a:solidFill>
                <a:latin typeface="Franklin Gothic Medium"/>
                <a:cs typeface="Franklin Gothic Medium"/>
              </a:rPr>
              <a:t>Deployment:</a:t>
            </a:r>
            <a:r>
              <a:rPr sz="1700" spc="-70" dirty="0">
                <a:solidFill>
                  <a:srgbClr val="404040"/>
                </a:solidFill>
                <a:latin typeface="Franklin Gothic Medium"/>
                <a:cs typeface="Franklin Gothic Medium"/>
              </a:rPr>
              <a:t> </a:t>
            </a:r>
            <a:r>
              <a:rPr sz="1700" u="sng" spc="-25" dirty="0" err="1">
                <a:solidFill>
                  <a:srgbClr val="6DAC1C"/>
                </a:solidFill>
                <a:uFill>
                  <a:solidFill>
                    <a:srgbClr val="6DAC1C"/>
                  </a:solidFill>
                </a:uFill>
                <a:latin typeface="Franklin Gothic Medium"/>
                <a:cs typeface="Franklin Gothic Medium"/>
                <a:hlinkClick r:id="rId3"/>
              </a:rPr>
              <a:t>Streamlit</a:t>
            </a:r>
            <a:r>
              <a:rPr sz="1700" u="none" spc="-25" dirty="0">
                <a:solidFill>
                  <a:srgbClr val="404040"/>
                </a:solidFill>
                <a:latin typeface="Franklin Gothic Medium"/>
                <a:cs typeface="Franklin Gothic Medium"/>
              </a:rPr>
              <a:t>:</a:t>
            </a:r>
            <a:r>
              <a:rPr sz="1700" u="none" spc="285" dirty="0">
                <a:solidFill>
                  <a:srgbClr val="404040"/>
                </a:solidFill>
                <a:latin typeface="Franklin Gothic Medium"/>
                <a:cs typeface="Franklin Gothic Medium"/>
              </a:rPr>
              <a:t> </a:t>
            </a:r>
            <a:r>
              <a:rPr sz="1700" u="none" spc="-30" dirty="0">
                <a:solidFill>
                  <a:srgbClr val="404040"/>
                </a:solidFill>
                <a:latin typeface="Franklin Gothic Medium"/>
                <a:cs typeface="Franklin Gothic Medium"/>
                <a:hlinkClick r:id="rId4"/>
              </a:rPr>
              <a:t>https://medication-</a:t>
            </a:r>
            <a:r>
              <a:rPr sz="1700" u="none" spc="-10" dirty="0">
                <a:solidFill>
                  <a:srgbClr val="404040"/>
                </a:solidFill>
                <a:latin typeface="Franklin Gothic Medium"/>
                <a:cs typeface="Franklin Gothic Medium"/>
                <a:hlinkClick r:id="rId4"/>
              </a:rPr>
              <a:t>adherence-</a:t>
            </a:r>
            <a:r>
              <a:rPr sz="1700" u="none" spc="-35" dirty="0">
                <a:solidFill>
                  <a:srgbClr val="404040"/>
                </a:solidFill>
                <a:latin typeface="Franklin Gothic Medium"/>
                <a:cs typeface="Franklin Gothic Medium"/>
                <a:hlinkClick r:id="rId4"/>
              </a:rPr>
              <a:t>tracker-</a:t>
            </a:r>
            <a:r>
              <a:rPr sz="1700" u="none" spc="-10" dirty="0">
                <a:solidFill>
                  <a:srgbClr val="404040"/>
                </a:solidFill>
                <a:latin typeface="Franklin Gothic Medium"/>
                <a:cs typeface="Franklin Gothic Medium"/>
                <a:hlinkClick r:id="rId4"/>
              </a:rPr>
              <a:t>pteeho9tbrizgqrwlnm55t.streamlit.app/</a:t>
            </a:r>
            <a:endParaRPr sz="1700" dirty="0">
              <a:latin typeface="Franklin Gothic Medium"/>
              <a:cs typeface="Franklin Gothic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046345" y="3598290"/>
            <a:ext cx="2132965" cy="452120"/>
          </a:xfrm>
          <a:prstGeom prst="rect">
            <a:avLst/>
          </a:prstGeom>
        </p:spPr>
        <p:txBody>
          <a:bodyPr vert="horz" wrap="square" lIns="0" tIns="12065" rIns="0" bIns="0" rtlCol="0">
            <a:spAutoFit/>
          </a:bodyPr>
          <a:lstStyle/>
          <a:p>
            <a:pPr marL="12700">
              <a:lnSpc>
                <a:spcPct val="100000"/>
              </a:lnSpc>
              <a:spcBef>
                <a:spcPts val="95"/>
              </a:spcBef>
            </a:pPr>
            <a:r>
              <a:rPr dirty="0">
                <a:solidFill>
                  <a:srgbClr val="001F5F"/>
                </a:solidFill>
                <a:latin typeface="Arial"/>
                <a:cs typeface="Arial"/>
              </a:rPr>
              <a:t>THANK</a:t>
            </a:r>
            <a:r>
              <a:rPr spc="-145" dirty="0">
                <a:solidFill>
                  <a:srgbClr val="001F5F"/>
                </a:solidFill>
                <a:latin typeface="Arial"/>
                <a:cs typeface="Arial"/>
              </a:rPr>
              <a:t> </a:t>
            </a:r>
            <a:r>
              <a:rPr spc="-25" dirty="0">
                <a:solidFill>
                  <a:srgbClr val="001F5F"/>
                </a:solidFill>
                <a:latin typeface="Arial"/>
                <a:cs typeface="Arial"/>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TotalTime>
  <Words>1051</Words>
  <Application>Microsoft Office PowerPoint</Application>
  <PresentationFormat>Widescreen</PresentationFormat>
  <Paragraphs>93</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Cambria</vt:lpstr>
      <vt:lpstr>Franklin Gothic Medium</vt:lpstr>
      <vt:lpstr>Times New Roman</vt:lpstr>
      <vt:lpstr>Trebuchet MS</vt:lpstr>
      <vt:lpstr>Office Theme</vt:lpstr>
      <vt:lpstr>CAPSTONE PROJECT</vt:lpstr>
      <vt:lpstr>OUTLINE</vt:lpstr>
      <vt:lpstr>PROBLEM STATEMENT</vt:lpstr>
      <vt:lpstr>PROPOSED SOLUTION</vt:lpstr>
      <vt:lpstr>SYSTEM APPROACH</vt:lpstr>
      <vt:lpstr>ALGORITHM &amp; DEPLOYMENT</vt:lpstr>
      <vt:lpstr>RESULT</vt:lpstr>
      <vt:lpstr>PowerPoint Presentation</vt:lpstr>
      <vt:lpstr>PowerPoint Presentation</vt:lpstr>
      <vt:lpstr>CONCLUSION</vt:lpstr>
      <vt:lpstr>FUTURE SCOPE</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adepu harshitha</dc:creator>
  <cp:lastModifiedBy>adepu harshitha</cp:lastModifiedBy>
  <cp:revision>1</cp:revision>
  <dcterms:created xsi:type="dcterms:W3CDTF">2026-09-08T12:14:52Z</dcterms:created>
  <dcterms:modified xsi:type="dcterms:W3CDTF">2026-09-15T13:15:32Z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2026-09-08T00:00:00Z</vt:filetime>
  </property>
  <property fmtid="{D5CDD505-2E9C-101B-9397-08002B2CF9AE}" pid="3" name="Creator">
    <vt:lpwstr>Microsoft® PowerPoint® 2021</vt:lpwstr>
  </property>
  <property fmtid="{D5CDD505-2E9C-101B-9397-08002B2CF9AE}" pid="4" name="LastSaved">
    <vt:filetime>2026-09-08T00:00:00Z</vt:filetime>
  </property>
  <property fmtid="{D5CDD505-2E9C-101B-9397-08002B2CF9AE}" pid="5" name="Producer">
    <vt:lpwstr>Microsoft® PowerPoint® 2021</vt:lpwstr>
  </property>
</Properties>
</file>